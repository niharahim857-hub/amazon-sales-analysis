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9" d="100"/>
          <a:sy n="69" d="100"/>
        </p:scale>
        <p:origin x="328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D462-B6D5-4D49-A59B-BB5A942C98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534C0F9-2FF3-48E7-A8D7-CE21C42A1D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This project analyzes Amazon sales data using Excel.</a:t>
          </a:r>
        </a:p>
      </dgm:t>
    </dgm:pt>
    <dgm:pt modelId="{46B8A509-2F88-46AA-AC1D-015DEFB7AB5D}" type="parTrans" cxnId="{A3AB9079-1903-4B5B-A25E-C1EF96111021}">
      <dgm:prSet/>
      <dgm:spPr/>
      <dgm:t>
        <a:bodyPr/>
        <a:lstStyle/>
        <a:p>
          <a:endParaRPr lang="en-US"/>
        </a:p>
      </dgm:t>
    </dgm:pt>
    <dgm:pt modelId="{3402D0CD-0F43-4FEB-B4DE-208139A50AFD}" type="sibTrans" cxnId="{A3AB9079-1903-4B5B-A25E-C1EF96111021}">
      <dgm:prSet/>
      <dgm:spPr/>
      <dgm:t>
        <a:bodyPr/>
        <a:lstStyle/>
        <a:p>
          <a:endParaRPr lang="en-US"/>
        </a:p>
      </dgm:t>
    </dgm:pt>
    <dgm:pt modelId="{54C4B889-00E3-45F1-9789-18DF04D413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The dashboard provides insights into sales performance, categories, and product demand.</a:t>
          </a:r>
        </a:p>
      </dgm:t>
    </dgm:pt>
    <dgm:pt modelId="{4CBB349B-263A-43E7-87CF-90610A16DF05}" type="parTrans" cxnId="{DF2D1C1C-393C-47F7-BCD7-0A5E1932B0A7}">
      <dgm:prSet/>
      <dgm:spPr/>
      <dgm:t>
        <a:bodyPr/>
        <a:lstStyle/>
        <a:p>
          <a:endParaRPr lang="en-US"/>
        </a:p>
      </dgm:t>
    </dgm:pt>
    <dgm:pt modelId="{D489B94E-509C-41B9-B3EA-DA9588E0FAAE}" type="sibTrans" cxnId="{DF2D1C1C-393C-47F7-BCD7-0A5E1932B0A7}">
      <dgm:prSet/>
      <dgm:spPr/>
      <dgm:t>
        <a:bodyPr/>
        <a:lstStyle/>
        <a:p>
          <a:endParaRPr lang="en-US"/>
        </a:p>
      </dgm:t>
    </dgm:pt>
    <dgm:pt modelId="{337AB507-E210-49F5-8716-BEB1F6B581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Interactive filters allow dynamic data analysis.</a:t>
          </a:r>
        </a:p>
      </dgm:t>
    </dgm:pt>
    <dgm:pt modelId="{35F492D8-2B95-4A79-B957-F06EA23DC754}" type="parTrans" cxnId="{64358601-FCB0-4868-927B-4341601CF75B}">
      <dgm:prSet/>
      <dgm:spPr/>
      <dgm:t>
        <a:bodyPr/>
        <a:lstStyle/>
        <a:p>
          <a:endParaRPr lang="en-US"/>
        </a:p>
      </dgm:t>
    </dgm:pt>
    <dgm:pt modelId="{9C8995A9-BBE5-42F0-A61A-9F9E2BE07334}" type="sibTrans" cxnId="{64358601-FCB0-4868-927B-4341601CF75B}">
      <dgm:prSet/>
      <dgm:spPr/>
      <dgm:t>
        <a:bodyPr/>
        <a:lstStyle/>
        <a:p>
          <a:endParaRPr lang="en-US"/>
        </a:p>
      </dgm:t>
    </dgm:pt>
    <dgm:pt modelId="{60C2F522-9C16-48B9-A2F7-0F2469886D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Helps in understanding revenue trends and business growth.</a:t>
          </a:r>
        </a:p>
      </dgm:t>
    </dgm:pt>
    <dgm:pt modelId="{E9303023-D8ED-410E-9D79-A8E6D8D9AB15}" type="parTrans" cxnId="{7FB1B8A9-0503-4C5F-ABF3-4EC63FA87709}">
      <dgm:prSet/>
      <dgm:spPr/>
      <dgm:t>
        <a:bodyPr/>
        <a:lstStyle/>
        <a:p>
          <a:endParaRPr lang="en-US"/>
        </a:p>
      </dgm:t>
    </dgm:pt>
    <dgm:pt modelId="{C21D5604-B334-418D-86B4-39AE730CB434}" type="sibTrans" cxnId="{7FB1B8A9-0503-4C5F-ABF3-4EC63FA87709}">
      <dgm:prSet/>
      <dgm:spPr/>
      <dgm:t>
        <a:bodyPr/>
        <a:lstStyle/>
        <a:p>
          <a:endParaRPr lang="en-US"/>
        </a:p>
      </dgm:t>
    </dgm:pt>
    <dgm:pt modelId="{4145E3CD-9AD9-42F5-A798-018962E55BEE}" type="pres">
      <dgm:prSet presAssocID="{6787D462-B6D5-4D49-A59B-BB5A942C9816}" presName="root" presStyleCnt="0">
        <dgm:presLayoutVars>
          <dgm:dir/>
          <dgm:resizeHandles val="exact"/>
        </dgm:presLayoutVars>
      </dgm:prSet>
      <dgm:spPr/>
    </dgm:pt>
    <dgm:pt modelId="{3CF48E96-AA37-4F94-A6DF-2BF4BB6FC2AB}" type="pres">
      <dgm:prSet presAssocID="{F534C0F9-2FF3-48E7-A8D7-CE21C42A1D3D}" presName="compNode" presStyleCnt="0"/>
      <dgm:spPr/>
    </dgm:pt>
    <dgm:pt modelId="{951ECB69-FDC8-4D2E-B566-07546467F24A}" type="pres">
      <dgm:prSet presAssocID="{F534C0F9-2FF3-48E7-A8D7-CE21C42A1D3D}" presName="bgRect" presStyleLbl="bgShp" presStyleIdx="0" presStyleCnt="4"/>
      <dgm:spPr/>
    </dgm:pt>
    <dgm:pt modelId="{8267A6C9-48F9-40A8-92F4-3231BE98CC26}" type="pres">
      <dgm:prSet presAssocID="{F534C0F9-2FF3-48E7-A8D7-CE21C42A1D3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0383F812-7B9F-4584-9EAA-00C0A08E8C24}" type="pres">
      <dgm:prSet presAssocID="{F534C0F9-2FF3-48E7-A8D7-CE21C42A1D3D}" presName="spaceRect" presStyleCnt="0"/>
      <dgm:spPr/>
    </dgm:pt>
    <dgm:pt modelId="{7D8FCBC1-2A7C-4579-81D6-12B6A6DB14F7}" type="pres">
      <dgm:prSet presAssocID="{F534C0F9-2FF3-48E7-A8D7-CE21C42A1D3D}" presName="parTx" presStyleLbl="revTx" presStyleIdx="0" presStyleCnt="4">
        <dgm:presLayoutVars>
          <dgm:chMax val="0"/>
          <dgm:chPref val="0"/>
        </dgm:presLayoutVars>
      </dgm:prSet>
      <dgm:spPr/>
    </dgm:pt>
    <dgm:pt modelId="{84917153-6C03-4B37-8672-072E5F8391B0}" type="pres">
      <dgm:prSet presAssocID="{3402D0CD-0F43-4FEB-B4DE-208139A50AFD}" presName="sibTrans" presStyleCnt="0"/>
      <dgm:spPr/>
    </dgm:pt>
    <dgm:pt modelId="{8DA82991-493F-4EA9-8785-48797CE11BBB}" type="pres">
      <dgm:prSet presAssocID="{54C4B889-00E3-45F1-9789-18DF04D4138F}" presName="compNode" presStyleCnt="0"/>
      <dgm:spPr/>
    </dgm:pt>
    <dgm:pt modelId="{DFF832FF-BD9E-4A6C-BD57-5CC69AA9A187}" type="pres">
      <dgm:prSet presAssocID="{54C4B889-00E3-45F1-9789-18DF04D4138F}" presName="bgRect" presStyleLbl="bgShp" presStyleIdx="1" presStyleCnt="4"/>
      <dgm:spPr/>
    </dgm:pt>
    <dgm:pt modelId="{51C5DB03-98E7-4AB2-993C-EAB13983F2FB}" type="pres">
      <dgm:prSet presAssocID="{54C4B889-00E3-45F1-9789-18DF04D4138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2F0671AE-00D5-4787-B1AC-6A06BED92C05}" type="pres">
      <dgm:prSet presAssocID="{54C4B889-00E3-45F1-9789-18DF04D4138F}" presName="spaceRect" presStyleCnt="0"/>
      <dgm:spPr/>
    </dgm:pt>
    <dgm:pt modelId="{E7DC9F4E-8FE9-42AF-8EFC-CE8AAAF66DA5}" type="pres">
      <dgm:prSet presAssocID="{54C4B889-00E3-45F1-9789-18DF04D4138F}" presName="parTx" presStyleLbl="revTx" presStyleIdx="1" presStyleCnt="4">
        <dgm:presLayoutVars>
          <dgm:chMax val="0"/>
          <dgm:chPref val="0"/>
        </dgm:presLayoutVars>
      </dgm:prSet>
      <dgm:spPr/>
    </dgm:pt>
    <dgm:pt modelId="{6A1C5DA0-0307-4270-A991-D528074073BB}" type="pres">
      <dgm:prSet presAssocID="{D489B94E-509C-41B9-B3EA-DA9588E0FAAE}" presName="sibTrans" presStyleCnt="0"/>
      <dgm:spPr/>
    </dgm:pt>
    <dgm:pt modelId="{555D1B8E-2049-42D8-B88E-11BF445752C0}" type="pres">
      <dgm:prSet presAssocID="{337AB507-E210-49F5-8716-BEB1F6B5810D}" presName="compNode" presStyleCnt="0"/>
      <dgm:spPr/>
    </dgm:pt>
    <dgm:pt modelId="{8E481270-113C-4D30-90D0-C3575D1AA410}" type="pres">
      <dgm:prSet presAssocID="{337AB507-E210-49F5-8716-BEB1F6B5810D}" presName="bgRect" presStyleLbl="bgShp" presStyleIdx="2" presStyleCnt="4"/>
      <dgm:spPr/>
    </dgm:pt>
    <dgm:pt modelId="{5F4DB37D-8548-409D-895F-39AFE795755F}" type="pres">
      <dgm:prSet presAssocID="{337AB507-E210-49F5-8716-BEB1F6B5810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BFD0107-27D7-4515-9729-05CD58813588}" type="pres">
      <dgm:prSet presAssocID="{337AB507-E210-49F5-8716-BEB1F6B5810D}" presName="spaceRect" presStyleCnt="0"/>
      <dgm:spPr/>
    </dgm:pt>
    <dgm:pt modelId="{FB6B9200-6E62-4669-9602-745A85D3AF81}" type="pres">
      <dgm:prSet presAssocID="{337AB507-E210-49F5-8716-BEB1F6B5810D}" presName="parTx" presStyleLbl="revTx" presStyleIdx="2" presStyleCnt="4">
        <dgm:presLayoutVars>
          <dgm:chMax val="0"/>
          <dgm:chPref val="0"/>
        </dgm:presLayoutVars>
      </dgm:prSet>
      <dgm:spPr/>
    </dgm:pt>
    <dgm:pt modelId="{9ACFB1E9-CA8E-4DD7-A203-D30995D8719A}" type="pres">
      <dgm:prSet presAssocID="{9C8995A9-BBE5-42F0-A61A-9F9E2BE07334}" presName="sibTrans" presStyleCnt="0"/>
      <dgm:spPr/>
    </dgm:pt>
    <dgm:pt modelId="{130EBE5C-85C4-44BE-B3DB-8F68981B7C6A}" type="pres">
      <dgm:prSet presAssocID="{60C2F522-9C16-48B9-A2F7-0F2469886D06}" presName="compNode" presStyleCnt="0"/>
      <dgm:spPr/>
    </dgm:pt>
    <dgm:pt modelId="{7D692F0D-454A-41CF-8518-223CAAAB6428}" type="pres">
      <dgm:prSet presAssocID="{60C2F522-9C16-48B9-A2F7-0F2469886D06}" presName="bgRect" presStyleLbl="bgShp" presStyleIdx="3" presStyleCnt="4"/>
      <dgm:spPr/>
    </dgm:pt>
    <dgm:pt modelId="{6AD299AC-E65E-4F1B-9B05-64F8B9C4FDA6}" type="pres">
      <dgm:prSet presAssocID="{60C2F522-9C16-48B9-A2F7-0F2469886D0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44E30CA-67DC-4F02-919D-14EDE4F53889}" type="pres">
      <dgm:prSet presAssocID="{60C2F522-9C16-48B9-A2F7-0F2469886D06}" presName="spaceRect" presStyleCnt="0"/>
      <dgm:spPr/>
    </dgm:pt>
    <dgm:pt modelId="{C715F2F1-8ED3-43F0-8412-98120C27C7D8}" type="pres">
      <dgm:prSet presAssocID="{60C2F522-9C16-48B9-A2F7-0F2469886D0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358601-FCB0-4868-927B-4341601CF75B}" srcId="{6787D462-B6D5-4D49-A59B-BB5A942C9816}" destId="{337AB507-E210-49F5-8716-BEB1F6B5810D}" srcOrd="2" destOrd="0" parTransId="{35F492D8-2B95-4A79-B957-F06EA23DC754}" sibTransId="{9C8995A9-BBE5-42F0-A61A-9F9E2BE07334}"/>
    <dgm:cxn modelId="{DF2D1C1C-393C-47F7-BCD7-0A5E1932B0A7}" srcId="{6787D462-B6D5-4D49-A59B-BB5A942C9816}" destId="{54C4B889-00E3-45F1-9789-18DF04D4138F}" srcOrd="1" destOrd="0" parTransId="{4CBB349B-263A-43E7-87CF-90610A16DF05}" sibTransId="{D489B94E-509C-41B9-B3EA-DA9588E0FAAE}"/>
    <dgm:cxn modelId="{99BFDC50-A130-4CA5-8EDF-48F77D7E1266}" type="presOf" srcId="{F534C0F9-2FF3-48E7-A8D7-CE21C42A1D3D}" destId="{7D8FCBC1-2A7C-4579-81D6-12B6A6DB14F7}" srcOrd="0" destOrd="0" presId="urn:microsoft.com/office/officeart/2018/2/layout/IconVerticalSolidList"/>
    <dgm:cxn modelId="{A3AB9079-1903-4B5B-A25E-C1EF96111021}" srcId="{6787D462-B6D5-4D49-A59B-BB5A942C9816}" destId="{F534C0F9-2FF3-48E7-A8D7-CE21C42A1D3D}" srcOrd="0" destOrd="0" parTransId="{46B8A509-2F88-46AA-AC1D-015DEFB7AB5D}" sibTransId="{3402D0CD-0F43-4FEB-B4DE-208139A50AFD}"/>
    <dgm:cxn modelId="{1FEE2C99-50A2-4CF0-89CB-53FF1A9E4704}" type="presOf" srcId="{54C4B889-00E3-45F1-9789-18DF04D4138F}" destId="{E7DC9F4E-8FE9-42AF-8EFC-CE8AAAF66DA5}" srcOrd="0" destOrd="0" presId="urn:microsoft.com/office/officeart/2018/2/layout/IconVerticalSolidList"/>
    <dgm:cxn modelId="{7FB1B8A9-0503-4C5F-ABF3-4EC63FA87709}" srcId="{6787D462-B6D5-4D49-A59B-BB5A942C9816}" destId="{60C2F522-9C16-48B9-A2F7-0F2469886D06}" srcOrd="3" destOrd="0" parTransId="{E9303023-D8ED-410E-9D79-A8E6D8D9AB15}" sibTransId="{C21D5604-B334-418D-86B4-39AE730CB434}"/>
    <dgm:cxn modelId="{7D8247B8-6C29-42B0-849E-B66D42BC35E1}" type="presOf" srcId="{337AB507-E210-49F5-8716-BEB1F6B5810D}" destId="{FB6B9200-6E62-4669-9602-745A85D3AF81}" srcOrd="0" destOrd="0" presId="urn:microsoft.com/office/officeart/2018/2/layout/IconVerticalSolidList"/>
    <dgm:cxn modelId="{695DD1CA-0136-4A3D-ADB8-1089F14B1D12}" type="presOf" srcId="{60C2F522-9C16-48B9-A2F7-0F2469886D06}" destId="{C715F2F1-8ED3-43F0-8412-98120C27C7D8}" srcOrd="0" destOrd="0" presId="urn:microsoft.com/office/officeart/2018/2/layout/IconVerticalSolidList"/>
    <dgm:cxn modelId="{84EE85E7-076A-4680-AA67-3E63D4794DC4}" type="presOf" srcId="{6787D462-B6D5-4D49-A59B-BB5A942C9816}" destId="{4145E3CD-9AD9-42F5-A798-018962E55BEE}" srcOrd="0" destOrd="0" presId="urn:microsoft.com/office/officeart/2018/2/layout/IconVerticalSolidList"/>
    <dgm:cxn modelId="{986A29DF-D1B7-46E5-8987-7449D23DF605}" type="presParOf" srcId="{4145E3CD-9AD9-42F5-A798-018962E55BEE}" destId="{3CF48E96-AA37-4F94-A6DF-2BF4BB6FC2AB}" srcOrd="0" destOrd="0" presId="urn:microsoft.com/office/officeart/2018/2/layout/IconVerticalSolidList"/>
    <dgm:cxn modelId="{7B92B72A-25CA-4DC4-9667-284582CB6651}" type="presParOf" srcId="{3CF48E96-AA37-4F94-A6DF-2BF4BB6FC2AB}" destId="{951ECB69-FDC8-4D2E-B566-07546467F24A}" srcOrd="0" destOrd="0" presId="urn:microsoft.com/office/officeart/2018/2/layout/IconVerticalSolidList"/>
    <dgm:cxn modelId="{17CFE7AD-C821-4DFE-8B2C-7915B0E38E96}" type="presParOf" srcId="{3CF48E96-AA37-4F94-A6DF-2BF4BB6FC2AB}" destId="{8267A6C9-48F9-40A8-92F4-3231BE98CC26}" srcOrd="1" destOrd="0" presId="urn:microsoft.com/office/officeart/2018/2/layout/IconVerticalSolidList"/>
    <dgm:cxn modelId="{C67623D3-9738-4015-B5DA-A68EF5C5114A}" type="presParOf" srcId="{3CF48E96-AA37-4F94-A6DF-2BF4BB6FC2AB}" destId="{0383F812-7B9F-4584-9EAA-00C0A08E8C24}" srcOrd="2" destOrd="0" presId="urn:microsoft.com/office/officeart/2018/2/layout/IconVerticalSolidList"/>
    <dgm:cxn modelId="{B124B214-B942-4E76-8236-DA035B0AF8F5}" type="presParOf" srcId="{3CF48E96-AA37-4F94-A6DF-2BF4BB6FC2AB}" destId="{7D8FCBC1-2A7C-4579-81D6-12B6A6DB14F7}" srcOrd="3" destOrd="0" presId="urn:microsoft.com/office/officeart/2018/2/layout/IconVerticalSolidList"/>
    <dgm:cxn modelId="{3F680DD3-FC5A-4D99-8E30-D9E8C5265C09}" type="presParOf" srcId="{4145E3CD-9AD9-42F5-A798-018962E55BEE}" destId="{84917153-6C03-4B37-8672-072E5F8391B0}" srcOrd="1" destOrd="0" presId="urn:microsoft.com/office/officeart/2018/2/layout/IconVerticalSolidList"/>
    <dgm:cxn modelId="{723AE1E2-9EC4-4029-AFD9-1636EEE4B18E}" type="presParOf" srcId="{4145E3CD-9AD9-42F5-A798-018962E55BEE}" destId="{8DA82991-493F-4EA9-8785-48797CE11BBB}" srcOrd="2" destOrd="0" presId="urn:microsoft.com/office/officeart/2018/2/layout/IconVerticalSolidList"/>
    <dgm:cxn modelId="{A98D6FF7-6221-4472-8C69-EBCD9A7568B8}" type="presParOf" srcId="{8DA82991-493F-4EA9-8785-48797CE11BBB}" destId="{DFF832FF-BD9E-4A6C-BD57-5CC69AA9A187}" srcOrd="0" destOrd="0" presId="urn:microsoft.com/office/officeart/2018/2/layout/IconVerticalSolidList"/>
    <dgm:cxn modelId="{3B2A1738-FAA2-4926-9443-A47DC676DB3A}" type="presParOf" srcId="{8DA82991-493F-4EA9-8785-48797CE11BBB}" destId="{51C5DB03-98E7-4AB2-993C-EAB13983F2FB}" srcOrd="1" destOrd="0" presId="urn:microsoft.com/office/officeart/2018/2/layout/IconVerticalSolidList"/>
    <dgm:cxn modelId="{590B9A95-C30C-40AC-8F84-39BE190AE0E4}" type="presParOf" srcId="{8DA82991-493F-4EA9-8785-48797CE11BBB}" destId="{2F0671AE-00D5-4787-B1AC-6A06BED92C05}" srcOrd="2" destOrd="0" presId="urn:microsoft.com/office/officeart/2018/2/layout/IconVerticalSolidList"/>
    <dgm:cxn modelId="{1DF10852-0687-46D7-85F0-F09F3434924E}" type="presParOf" srcId="{8DA82991-493F-4EA9-8785-48797CE11BBB}" destId="{E7DC9F4E-8FE9-42AF-8EFC-CE8AAAF66DA5}" srcOrd="3" destOrd="0" presId="urn:microsoft.com/office/officeart/2018/2/layout/IconVerticalSolidList"/>
    <dgm:cxn modelId="{2B092181-B167-4845-80DD-B1CCE639CEAC}" type="presParOf" srcId="{4145E3CD-9AD9-42F5-A798-018962E55BEE}" destId="{6A1C5DA0-0307-4270-A991-D528074073BB}" srcOrd="3" destOrd="0" presId="urn:microsoft.com/office/officeart/2018/2/layout/IconVerticalSolidList"/>
    <dgm:cxn modelId="{608DC0B9-F6F4-42FC-AC9C-910FDB9E620A}" type="presParOf" srcId="{4145E3CD-9AD9-42F5-A798-018962E55BEE}" destId="{555D1B8E-2049-42D8-B88E-11BF445752C0}" srcOrd="4" destOrd="0" presId="urn:microsoft.com/office/officeart/2018/2/layout/IconVerticalSolidList"/>
    <dgm:cxn modelId="{B7166AE7-9AF4-44D4-9412-1DAEC3A07A8F}" type="presParOf" srcId="{555D1B8E-2049-42D8-B88E-11BF445752C0}" destId="{8E481270-113C-4D30-90D0-C3575D1AA410}" srcOrd="0" destOrd="0" presId="urn:microsoft.com/office/officeart/2018/2/layout/IconVerticalSolidList"/>
    <dgm:cxn modelId="{22C1B847-E31F-46A1-BA99-45B2F3B95F5B}" type="presParOf" srcId="{555D1B8E-2049-42D8-B88E-11BF445752C0}" destId="{5F4DB37D-8548-409D-895F-39AFE795755F}" srcOrd="1" destOrd="0" presId="urn:microsoft.com/office/officeart/2018/2/layout/IconVerticalSolidList"/>
    <dgm:cxn modelId="{24743ED2-30EB-47A4-8AE3-3118240C65D7}" type="presParOf" srcId="{555D1B8E-2049-42D8-B88E-11BF445752C0}" destId="{0BFD0107-27D7-4515-9729-05CD58813588}" srcOrd="2" destOrd="0" presId="urn:microsoft.com/office/officeart/2018/2/layout/IconVerticalSolidList"/>
    <dgm:cxn modelId="{3BF9C65C-2145-476B-AC93-AF510738EE74}" type="presParOf" srcId="{555D1B8E-2049-42D8-B88E-11BF445752C0}" destId="{FB6B9200-6E62-4669-9602-745A85D3AF81}" srcOrd="3" destOrd="0" presId="urn:microsoft.com/office/officeart/2018/2/layout/IconVerticalSolidList"/>
    <dgm:cxn modelId="{0BE7703A-7449-4779-B253-AC891D25F3DF}" type="presParOf" srcId="{4145E3CD-9AD9-42F5-A798-018962E55BEE}" destId="{9ACFB1E9-CA8E-4DD7-A203-D30995D8719A}" srcOrd="5" destOrd="0" presId="urn:microsoft.com/office/officeart/2018/2/layout/IconVerticalSolidList"/>
    <dgm:cxn modelId="{A077042B-4444-41A8-A80B-497DA9E29F08}" type="presParOf" srcId="{4145E3CD-9AD9-42F5-A798-018962E55BEE}" destId="{130EBE5C-85C4-44BE-B3DB-8F68981B7C6A}" srcOrd="6" destOrd="0" presId="urn:microsoft.com/office/officeart/2018/2/layout/IconVerticalSolidList"/>
    <dgm:cxn modelId="{9F7B7341-DECE-4C6E-B7B1-915F4852518F}" type="presParOf" srcId="{130EBE5C-85C4-44BE-B3DB-8F68981B7C6A}" destId="{7D692F0D-454A-41CF-8518-223CAAAB6428}" srcOrd="0" destOrd="0" presId="urn:microsoft.com/office/officeart/2018/2/layout/IconVerticalSolidList"/>
    <dgm:cxn modelId="{FFBBDB27-A260-4597-B828-8E2F1418A06D}" type="presParOf" srcId="{130EBE5C-85C4-44BE-B3DB-8F68981B7C6A}" destId="{6AD299AC-E65E-4F1B-9B05-64F8B9C4FDA6}" srcOrd="1" destOrd="0" presId="urn:microsoft.com/office/officeart/2018/2/layout/IconVerticalSolidList"/>
    <dgm:cxn modelId="{EB853203-A8A5-48AF-9DF6-247FA4947E53}" type="presParOf" srcId="{130EBE5C-85C4-44BE-B3DB-8F68981B7C6A}" destId="{C44E30CA-67DC-4F02-919D-14EDE4F53889}" srcOrd="2" destOrd="0" presId="urn:microsoft.com/office/officeart/2018/2/layout/IconVerticalSolidList"/>
    <dgm:cxn modelId="{28586AC1-43FA-4F34-BD7E-DC6618E1E75D}" type="presParOf" srcId="{130EBE5C-85C4-44BE-B3DB-8F68981B7C6A}" destId="{C715F2F1-8ED3-43F0-8412-98120C27C7D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24F6D3-5E28-4D18-9D4A-DF4F208C316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66C392-5787-458D-85CF-D581DB590868}">
      <dgm:prSet/>
      <dgm:spPr/>
      <dgm:t>
        <a:bodyPr/>
        <a:lstStyle/>
        <a:p>
          <a:r>
            <a:rPr lang="en-US"/>
            <a:t>Total Sales: 925K – Shows overall revenue generated.</a:t>
          </a:r>
        </a:p>
      </dgm:t>
    </dgm:pt>
    <dgm:pt modelId="{F2A468A7-7E29-44A4-B916-42EF86DF3BB5}" type="parTrans" cxnId="{F1A61336-D6A6-4E99-A9B8-EF045BB0555A}">
      <dgm:prSet/>
      <dgm:spPr/>
      <dgm:t>
        <a:bodyPr/>
        <a:lstStyle/>
        <a:p>
          <a:endParaRPr lang="en-US"/>
        </a:p>
      </dgm:t>
    </dgm:pt>
    <dgm:pt modelId="{2DCC0273-1E46-427D-806B-88A161AFFAEB}" type="sibTrans" cxnId="{F1A61336-D6A6-4E99-A9B8-EF045BB0555A}">
      <dgm:prSet/>
      <dgm:spPr/>
      <dgm:t>
        <a:bodyPr/>
        <a:lstStyle/>
        <a:p>
          <a:endParaRPr lang="en-US"/>
        </a:p>
      </dgm:t>
    </dgm:pt>
    <dgm:pt modelId="{683DDB43-0170-4E9C-B957-EAD2D39F3965}">
      <dgm:prSet/>
      <dgm:spPr/>
      <dgm:t>
        <a:bodyPr/>
        <a:lstStyle/>
        <a:p>
          <a:r>
            <a:rPr lang="en-US"/>
            <a:t>Average Sales per Day: 1.28K – Indicates daily sales performance.</a:t>
          </a:r>
        </a:p>
      </dgm:t>
    </dgm:pt>
    <dgm:pt modelId="{E0FA948F-0234-4398-B939-DAE82F5B2575}" type="parTrans" cxnId="{CA922FDA-F929-489D-B475-13357E02BAFF}">
      <dgm:prSet/>
      <dgm:spPr/>
      <dgm:t>
        <a:bodyPr/>
        <a:lstStyle/>
        <a:p>
          <a:endParaRPr lang="en-US"/>
        </a:p>
      </dgm:t>
    </dgm:pt>
    <dgm:pt modelId="{05DCD96E-9181-4DFE-9165-AA3782152841}" type="sibTrans" cxnId="{CA922FDA-F929-489D-B475-13357E02BAFF}">
      <dgm:prSet/>
      <dgm:spPr/>
      <dgm:t>
        <a:bodyPr/>
        <a:lstStyle/>
        <a:p>
          <a:endParaRPr lang="en-US"/>
        </a:p>
      </dgm:t>
    </dgm:pt>
    <dgm:pt modelId="{590EF03E-DD04-4EBD-A2EA-4C5B40C634A2}">
      <dgm:prSet/>
      <dgm:spPr/>
      <dgm:t>
        <a:bodyPr/>
        <a:lstStyle/>
        <a:p>
          <a:r>
            <a:rPr lang="en-US"/>
            <a:t>Average Order Value: 905.56 – Represents customer spending behavior.</a:t>
          </a:r>
        </a:p>
      </dgm:t>
    </dgm:pt>
    <dgm:pt modelId="{18131830-B07C-4BF2-96FB-0CF417BBA658}" type="parTrans" cxnId="{7050E15B-2EA0-4DC2-B438-9F53C03D97A2}">
      <dgm:prSet/>
      <dgm:spPr/>
      <dgm:t>
        <a:bodyPr/>
        <a:lstStyle/>
        <a:p>
          <a:endParaRPr lang="en-US"/>
        </a:p>
      </dgm:t>
    </dgm:pt>
    <dgm:pt modelId="{35AF733D-B52F-4E6C-B4C6-87325AD51617}" type="sibTrans" cxnId="{7050E15B-2EA0-4DC2-B438-9F53C03D97A2}">
      <dgm:prSet/>
      <dgm:spPr/>
      <dgm:t>
        <a:bodyPr/>
        <a:lstStyle/>
        <a:p>
          <a:endParaRPr lang="en-US"/>
        </a:p>
      </dgm:t>
    </dgm:pt>
    <dgm:pt modelId="{9C827D73-3D6F-4C7C-9BEC-268DD24D54EE}">
      <dgm:prSet/>
      <dgm:spPr/>
      <dgm:t>
        <a:bodyPr/>
        <a:lstStyle/>
        <a:p>
          <a:r>
            <a:rPr lang="en-US"/>
            <a:t>Sales Target Comparison – Measures performance against 1M goal.</a:t>
          </a:r>
        </a:p>
      </dgm:t>
    </dgm:pt>
    <dgm:pt modelId="{BF092C92-9DDA-47BB-98CC-FD444A73F05C}" type="parTrans" cxnId="{48CD09EE-D285-48B6-81D7-EA255AA7DB73}">
      <dgm:prSet/>
      <dgm:spPr/>
      <dgm:t>
        <a:bodyPr/>
        <a:lstStyle/>
        <a:p>
          <a:endParaRPr lang="en-US"/>
        </a:p>
      </dgm:t>
    </dgm:pt>
    <dgm:pt modelId="{51461C32-EA63-4253-94B5-632E7F02D53F}" type="sibTrans" cxnId="{48CD09EE-D285-48B6-81D7-EA255AA7DB73}">
      <dgm:prSet/>
      <dgm:spPr/>
      <dgm:t>
        <a:bodyPr/>
        <a:lstStyle/>
        <a:p>
          <a:endParaRPr lang="en-US"/>
        </a:p>
      </dgm:t>
    </dgm:pt>
    <dgm:pt modelId="{D6CAFBB3-D7DB-40DD-ACD4-EF6D64BCC852}" type="pres">
      <dgm:prSet presAssocID="{9B24F6D3-5E28-4D18-9D4A-DF4F208C3166}" presName="outerComposite" presStyleCnt="0">
        <dgm:presLayoutVars>
          <dgm:chMax val="5"/>
          <dgm:dir/>
          <dgm:resizeHandles val="exact"/>
        </dgm:presLayoutVars>
      </dgm:prSet>
      <dgm:spPr/>
    </dgm:pt>
    <dgm:pt modelId="{E0AC6E26-582F-4A13-9291-1044B9A5147A}" type="pres">
      <dgm:prSet presAssocID="{9B24F6D3-5E28-4D18-9D4A-DF4F208C3166}" presName="dummyMaxCanvas" presStyleCnt="0">
        <dgm:presLayoutVars/>
      </dgm:prSet>
      <dgm:spPr/>
    </dgm:pt>
    <dgm:pt modelId="{B4CEF119-A867-4431-B4DB-B0B4D93127BB}" type="pres">
      <dgm:prSet presAssocID="{9B24F6D3-5E28-4D18-9D4A-DF4F208C3166}" presName="FourNodes_1" presStyleLbl="node1" presStyleIdx="0" presStyleCnt="4">
        <dgm:presLayoutVars>
          <dgm:bulletEnabled val="1"/>
        </dgm:presLayoutVars>
      </dgm:prSet>
      <dgm:spPr/>
    </dgm:pt>
    <dgm:pt modelId="{EDF445E9-5F49-456B-A0E9-A7B02E001EBA}" type="pres">
      <dgm:prSet presAssocID="{9B24F6D3-5E28-4D18-9D4A-DF4F208C3166}" presName="FourNodes_2" presStyleLbl="node1" presStyleIdx="1" presStyleCnt="4">
        <dgm:presLayoutVars>
          <dgm:bulletEnabled val="1"/>
        </dgm:presLayoutVars>
      </dgm:prSet>
      <dgm:spPr/>
    </dgm:pt>
    <dgm:pt modelId="{F9D679DB-F701-41CC-A66B-74B9CED5D341}" type="pres">
      <dgm:prSet presAssocID="{9B24F6D3-5E28-4D18-9D4A-DF4F208C3166}" presName="FourNodes_3" presStyleLbl="node1" presStyleIdx="2" presStyleCnt="4">
        <dgm:presLayoutVars>
          <dgm:bulletEnabled val="1"/>
        </dgm:presLayoutVars>
      </dgm:prSet>
      <dgm:spPr/>
    </dgm:pt>
    <dgm:pt modelId="{87B1D293-C5DE-42CF-BE9C-3F9096D9B073}" type="pres">
      <dgm:prSet presAssocID="{9B24F6D3-5E28-4D18-9D4A-DF4F208C3166}" presName="FourNodes_4" presStyleLbl="node1" presStyleIdx="3" presStyleCnt="4">
        <dgm:presLayoutVars>
          <dgm:bulletEnabled val="1"/>
        </dgm:presLayoutVars>
      </dgm:prSet>
      <dgm:spPr/>
    </dgm:pt>
    <dgm:pt modelId="{3A60EC3C-C5F0-422F-88F5-6095C08D1B64}" type="pres">
      <dgm:prSet presAssocID="{9B24F6D3-5E28-4D18-9D4A-DF4F208C3166}" presName="FourConn_1-2" presStyleLbl="fgAccFollowNode1" presStyleIdx="0" presStyleCnt="3">
        <dgm:presLayoutVars>
          <dgm:bulletEnabled val="1"/>
        </dgm:presLayoutVars>
      </dgm:prSet>
      <dgm:spPr/>
    </dgm:pt>
    <dgm:pt modelId="{9F507086-0E08-4232-8E0F-02CEA135BEBF}" type="pres">
      <dgm:prSet presAssocID="{9B24F6D3-5E28-4D18-9D4A-DF4F208C3166}" presName="FourConn_2-3" presStyleLbl="fgAccFollowNode1" presStyleIdx="1" presStyleCnt="3">
        <dgm:presLayoutVars>
          <dgm:bulletEnabled val="1"/>
        </dgm:presLayoutVars>
      </dgm:prSet>
      <dgm:spPr/>
    </dgm:pt>
    <dgm:pt modelId="{5D632F55-16BA-44FE-80D9-C4FCF4476B2E}" type="pres">
      <dgm:prSet presAssocID="{9B24F6D3-5E28-4D18-9D4A-DF4F208C3166}" presName="FourConn_3-4" presStyleLbl="fgAccFollowNode1" presStyleIdx="2" presStyleCnt="3">
        <dgm:presLayoutVars>
          <dgm:bulletEnabled val="1"/>
        </dgm:presLayoutVars>
      </dgm:prSet>
      <dgm:spPr/>
    </dgm:pt>
    <dgm:pt modelId="{0276C7AA-D42C-4808-AA82-0721BBE4AD1F}" type="pres">
      <dgm:prSet presAssocID="{9B24F6D3-5E28-4D18-9D4A-DF4F208C3166}" presName="FourNodes_1_text" presStyleLbl="node1" presStyleIdx="3" presStyleCnt="4">
        <dgm:presLayoutVars>
          <dgm:bulletEnabled val="1"/>
        </dgm:presLayoutVars>
      </dgm:prSet>
      <dgm:spPr/>
    </dgm:pt>
    <dgm:pt modelId="{B34F6212-3B73-48E1-99C4-F16C084A1458}" type="pres">
      <dgm:prSet presAssocID="{9B24F6D3-5E28-4D18-9D4A-DF4F208C3166}" presName="FourNodes_2_text" presStyleLbl="node1" presStyleIdx="3" presStyleCnt="4">
        <dgm:presLayoutVars>
          <dgm:bulletEnabled val="1"/>
        </dgm:presLayoutVars>
      </dgm:prSet>
      <dgm:spPr/>
    </dgm:pt>
    <dgm:pt modelId="{3E22FCD0-E384-4B68-9CF0-3C3222AF5F27}" type="pres">
      <dgm:prSet presAssocID="{9B24F6D3-5E28-4D18-9D4A-DF4F208C3166}" presName="FourNodes_3_text" presStyleLbl="node1" presStyleIdx="3" presStyleCnt="4">
        <dgm:presLayoutVars>
          <dgm:bulletEnabled val="1"/>
        </dgm:presLayoutVars>
      </dgm:prSet>
      <dgm:spPr/>
    </dgm:pt>
    <dgm:pt modelId="{9F0582CB-015D-4DD6-89F7-311593AC2019}" type="pres">
      <dgm:prSet presAssocID="{9B24F6D3-5E28-4D18-9D4A-DF4F208C316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05D2401-D4B5-4055-824B-7FB834EB6159}" type="presOf" srcId="{5366C392-5787-458D-85CF-D581DB590868}" destId="{0276C7AA-D42C-4808-AA82-0721BBE4AD1F}" srcOrd="1" destOrd="0" presId="urn:microsoft.com/office/officeart/2005/8/layout/vProcess5"/>
    <dgm:cxn modelId="{359E9F12-081A-4240-B7D0-6E22F137B736}" type="presOf" srcId="{5366C392-5787-458D-85CF-D581DB590868}" destId="{B4CEF119-A867-4431-B4DB-B0B4D93127BB}" srcOrd="0" destOrd="0" presId="urn:microsoft.com/office/officeart/2005/8/layout/vProcess5"/>
    <dgm:cxn modelId="{53F61D23-8F51-4DDD-B720-B6CDFE6C540C}" type="presOf" srcId="{9C827D73-3D6F-4C7C-9BEC-268DD24D54EE}" destId="{87B1D293-C5DE-42CF-BE9C-3F9096D9B073}" srcOrd="0" destOrd="0" presId="urn:microsoft.com/office/officeart/2005/8/layout/vProcess5"/>
    <dgm:cxn modelId="{F1A61336-D6A6-4E99-A9B8-EF045BB0555A}" srcId="{9B24F6D3-5E28-4D18-9D4A-DF4F208C3166}" destId="{5366C392-5787-458D-85CF-D581DB590868}" srcOrd="0" destOrd="0" parTransId="{F2A468A7-7E29-44A4-B916-42EF86DF3BB5}" sibTransId="{2DCC0273-1E46-427D-806B-88A161AFFAEB}"/>
    <dgm:cxn modelId="{7050E15B-2EA0-4DC2-B438-9F53C03D97A2}" srcId="{9B24F6D3-5E28-4D18-9D4A-DF4F208C3166}" destId="{590EF03E-DD04-4EBD-A2EA-4C5B40C634A2}" srcOrd="2" destOrd="0" parTransId="{18131830-B07C-4BF2-96FB-0CF417BBA658}" sibTransId="{35AF733D-B52F-4E6C-B4C6-87325AD51617}"/>
    <dgm:cxn modelId="{3FB2E55F-8412-41B9-9388-7A0A4AB565BA}" type="presOf" srcId="{35AF733D-B52F-4E6C-B4C6-87325AD51617}" destId="{5D632F55-16BA-44FE-80D9-C4FCF4476B2E}" srcOrd="0" destOrd="0" presId="urn:microsoft.com/office/officeart/2005/8/layout/vProcess5"/>
    <dgm:cxn modelId="{5F04C56D-EDF1-4143-9CEA-2BA16D25FB04}" type="presOf" srcId="{9B24F6D3-5E28-4D18-9D4A-DF4F208C3166}" destId="{D6CAFBB3-D7DB-40DD-ACD4-EF6D64BCC852}" srcOrd="0" destOrd="0" presId="urn:microsoft.com/office/officeart/2005/8/layout/vProcess5"/>
    <dgm:cxn modelId="{90A1A455-4FC0-4877-96BF-23922A7B5769}" type="presOf" srcId="{683DDB43-0170-4E9C-B957-EAD2D39F3965}" destId="{B34F6212-3B73-48E1-99C4-F16C084A1458}" srcOrd="1" destOrd="0" presId="urn:microsoft.com/office/officeart/2005/8/layout/vProcess5"/>
    <dgm:cxn modelId="{D7B4107E-3FD0-4B5F-AFFE-EEAA8468CD4A}" type="presOf" srcId="{9C827D73-3D6F-4C7C-9BEC-268DD24D54EE}" destId="{9F0582CB-015D-4DD6-89F7-311593AC2019}" srcOrd="1" destOrd="0" presId="urn:microsoft.com/office/officeart/2005/8/layout/vProcess5"/>
    <dgm:cxn modelId="{7618F27F-351D-4441-BBAD-337198E5978D}" type="presOf" srcId="{683DDB43-0170-4E9C-B957-EAD2D39F3965}" destId="{EDF445E9-5F49-456B-A0E9-A7B02E001EBA}" srcOrd="0" destOrd="0" presId="urn:microsoft.com/office/officeart/2005/8/layout/vProcess5"/>
    <dgm:cxn modelId="{8A0454A1-EECB-4671-8F63-5826478C306E}" type="presOf" srcId="{590EF03E-DD04-4EBD-A2EA-4C5B40C634A2}" destId="{3E22FCD0-E384-4B68-9CF0-3C3222AF5F27}" srcOrd="1" destOrd="0" presId="urn:microsoft.com/office/officeart/2005/8/layout/vProcess5"/>
    <dgm:cxn modelId="{BF306FA4-6AAB-4F61-A5D8-62EAC6E09609}" type="presOf" srcId="{2DCC0273-1E46-427D-806B-88A161AFFAEB}" destId="{3A60EC3C-C5F0-422F-88F5-6095C08D1B64}" srcOrd="0" destOrd="0" presId="urn:microsoft.com/office/officeart/2005/8/layout/vProcess5"/>
    <dgm:cxn modelId="{EA7C9EBA-718E-4E77-AAA6-36AB75618AF2}" type="presOf" srcId="{05DCD96E-9181-4DFE-9165-AA3782152841}" destId="{9F507086-0E08-4232-8E0F-02CEA135BEBF}" srcOrd="0" destOrd="0" presId="urn:microsoft.com/office/officeart/2005/8/layout/vProcess5"/>
    <dgm:cxn modelId="{CA922FDA-F929-489D-B475-13357E02BAFF}" srcId="{9B24F6D3-5E28-4D18-9D4A-DF4F208C3166}" destId="{683DDB43-0170-4E9C-B957-EAD2D39F3965}" srcOrd="1" destOrd="0" parTransId="{E0FA948F-0234-4398-B939-DAE82F5B2575}" sibTransId="{05DCD96E-9181-4DFE-9165-AA3782152841}"/>
    <dgm:cxn modelId="{48CD09EE-D285-48B6-81D7-EA255AA7DB73}" srcId="{9B24F6D3-5E28-4D18-9D4A-DF4F208C3166}" destId="{9C827D73-3D6F-4C7C-9BEC-268DD24D54EE}" srcOrd="3" destOrd="0" parTransId="{BF092C92-9DDA-47BB-98CC-FD444A73F05C}" sibTransId="{51461C32-EA63-4253-94B5-632E7F02D53F}"/>
    <dgm:cxn modelId="{316032F3-9067-4816-A9F6-703F3631B636}" type="presOf" srcId="{590EF03E-DD04-4EBD-A2EA-4C5B40C634A2}" destId="{F9D679DB-F701-41CC-A66B-74B9CED5D341}" srcOrd="0" destOrd="0" presId="urn:microsoft.com/office/officeart/2005/8/layout/vProcess5"/>
    <dgm:cxn modelId="{654AD6DF-9603-44F5-A171-B75B16F3D598}" type="presParOf" srcId="{D6CAFBB3-D7DB-40DD-ACD4-EF6D64BCC852}" destId="{E0AC6E26-582F-4A13-9291-1044B9A5147A}" srcOrd="0" destOrd="0" presId="urn:microsoft.com/office/officeart/2005/8/layout/vProcess5"/>
    <dgm:cxn modelId="{CF2A8698-56E5-4C7B-8B5C-4BC024BA6038}" type="presParOf" srcId="{D6CAFBB3-D7DB-40DD-ACD4-EF6D64BCC852}" destId="{B4CEF119-A867-4431-B4DB-B0B4D93127BB}" srcOrd="1" destOrd="0" presId="urn:microsoft.com/office/officeart/2005/8/layout/vProcess5"/>
    <dgm:cxn modelId="{FDBFD6EB-BA21-4720-A646-536694582449}" type="presParOf" srcId="{D6CAFBB3-D7DB-40DD-ACD4-EF6D64BCC852}" destId="{EDF445E9-5F49-456B-A0E9-A7B02E001EBA}" srcOrd="2" destOrd="0" presId="urn:microsoft.com/office/officeart/2005/8/layout/vProcess5"/>
    <dgm:cxn modelId="{13810BB0-C36C-4950-9964-91707C8A273A}" type="presParOf" srcId="{D6CAFBB3-D7DB-40DD-ACD4-EF6D64BCC852}" destId="{F9D679DB-F701-41CC-A66B-74B9CED5D341}" srcOrd="3" destOrd="0" presId="urn:microsoft.com/office/officeart/2005/8/layout/vProcess5"/>
    <dgm:cxn modelId="{819419C0-EE50-4735-821C-8DCBB0F4E75D}" type="presParOf" srcId="{D6CAFBB3-D7DB-40DD-ACD4-EF6D64BCC852}" destId="{87B1D293-C5DE-42CF-BE9C-3F9096D9B073}" srcOrd="4" destOrd="0" presId="urn:microsoft.com/office/officeart/2005/8/layout/vProcess5"/>
    <dgm:cxn modelId="{922974E5-F6BC-4495-B110-E1A5A4F98C0F}" type="presParOf" srcId="{D6CAFBB3-D7DB-40DD-ACD4-EF6D64BCC852}" destId="{3A60EC3C-C5F0-422F-88F5-6095C08D1B64}" srcOrd="5" destOrd="0" presId="urn:microsoft.com/office/officeart/2005/8/layout/vProcess5"/>
    <dgm:cxn modelId="{4634C39E-2912-41F4-A735-6E0F35E3AB20}" type="presParOf" srcId="{D6CAFBB3-D7DB-40DD-ACD4-EF6D64BCC852}" destId="{9F507086-0E08-4232-8E0F-02CEA135BEBF}" srcOrd="6" destOrd="0" presId="urn:microsoft.com/office/officeart/2005/8/layout/vProcess5"/>
    <dgm:cxn modelId="{FBA98156-4943-4000-A5E9-6C8806573EAD}" type="presParOf" srcId="{D6CAFBB3-D7DB-40DD-ACD4-EF6D64BCC852}" destId="{5D632F55-16BA-44FE-80D9-C4FCF4476B2E}" srcOrd="7" destOrd="0" presId="urn:microsoft.com/office/officeart/2005/8/layout/vProcess5"/>
    <dgm:cxn modelId="{2FE0F56C-85BD-4FB7-8D55-BB3BB95A8EBD}" type="presParOf" srcId="{D6CAFBB3-D7DB-40DD-ACD4-EF6D64BCC852}" destId="{0276C7AA-D42C-4808-AA82-0721BBE4AD1F}" srcOrd="8" destOrd="0" presId="urn:microsoft.com/office/officeart/2005/8/layout/vProcess5"/>
    <dgm:cxn modelId="{4AA8EFFB-C559-4CBB-95EF-FA5A223EE762}" type="presParOf" srcId="{D6CAFBB3-D7DB-40DD-ACD4-EF6D64BCC852}" destId="{B34F6212-3B73-48E1-99C4-F16C084A1458}" srcOrd="9" destOrd="0" presId="urn:microsoft.com/office/officeart/2005/8/layout/vProcess5"/>
    <dgm:cxn modelId="{42FBDA94-49FB-4046-857C-0C36FCBB8933}" type="presParOf" srcId="{D6CAFBB3-D7DB-40DD-ACD4-EF6D64BCC852}" destId="{3E22FCD0-E384-4B68-9CF0-3C3222AF5F27}" srcOrd="10" destOrd="0" presId="urn:microsoft.com/office/officeart/2005/8/layout/vProcess5"/>
    <dgm:cxn modelId="{A6DE5A0A-8054-408A-A9F7-1C9CB060A52B}" type="presParOf" srcId="{D6CAFBB3-D7DB-40DD-ACD4-EF6D64BCC852}" destId="{9F0582CB-015D-4DD6-89F7-311593AC201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230E9D-8EC9-4B1F-981C-591DDC552671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DCA3C38-0EF6-4F04-A5C9-4519698DE608}">
      <dgm:prSet/>
      <dgm:spPr/>
      <dgm:t>
        <a:bodyPr/>
        <a:lstStyle/>
        <a:p>
          <a:r>
            <a:rPr lang="en-US"/>
            <a:t>Monthly sales trend identifies peak and low-performing months.</a:t>
          </a:r>
        </a:p>
      </dgm:t>
    </dgm:pt>
    <dgm:pt modelId="{18693CFD-01BC-48DC-AAD4-493730A7A425}" type="parTrans" cxnId="{4E5B8710-EEAF-4C4D-81BB-589A06C62D6E}">
      <dgm:prSet/>
      <dgm:spPr/>
      <dgm:t>
        <a:bodyPr/>
        <a:lstStyle/>
        <a:p>
          <a:endParaRPr lang="en-US"/>
        </a:p>
      </dgm:t>
    </dgm:pt>
    <dgm:pt modelId="{ACCAF5B4-CE69-49D1-A794-94E0C7B14340}" type="sibTrans" cxnId="{4E5B8710-EEAF-4C4D-81BB-589A06C62D6E}">
      <dgm:prSet/>
      <dgm:spPr/>
      <dgm:t>
        <a:bodyPr/>
        <a:lstStyle/>
        <a:p>
          <a:endParaRPr lang="en-US"/>
        </a:p>
      </dgm:t>
    </dgm:pt>
    <dgm:pt modelId="{DAB3EEC4-4E16-4626-B82C-0DEA98C6CD5D}">
      <dgm:prSet/>
      <dgm:spPr/>
      <dgm:t>
        <a:bodyPr/>
        <a:lstStyle/>
        <a:p>
          <a:r>
            <a:rPr lang="en-US"/>
            <a:t>Helps understand seasonal patterns.</a:t>
          </a:r>
        </a:p>
      </dgm:t>
    </dgm:pt>
    <dgm:pt modelId="{B6AF4240-F273-491E-AD9C-F15203625187}" type="parTrans" cxnId="{302DED53-6200-4E27-B8CD-FBE51BC67C4B}">
      <dgm:prSet/>
      <dgm:spPr/>
      <dgm:t>
        <a:bodyPr/>
        <a:lstStyle/>
        <a:p>
          <a:endParaRPr lang="en-US"/>
        </a:p>
      </dgm:t>
    </dgm:pt>
    <dgm:pt modelId="{4932EBC7-C9FC-4ABD-A498-7148F209A116}" type="sibTrans" cxnId="{302DED53-6200-4E27-B8CD-FBE51BC67C4B}">
      <dgm:prSet/>
      <dgm:spPr/>
      <dgm:t>
        <a:bodyPr/>
        <a:lstStyle/>
        <a:p>
          <a:endParaRPr lang="en-US"/>
        </a:p>
      </dgm:t>
    </dgm:pt>
    <dgm:pt modelId="{5FBDD792-9331-4165-9CEA-58D2CD5FF89B}">
      <dgm:prSet/>
      <dgm:spPr/>
      <dgm:t>
        <a:bodyPr/>
        <a:lstStyle/>
        <a:p>
          <a:r>
            <a:rPr lang="en-US"/>
            <a:t>Supports strategic planning for high-demand periods.</a:t>
          </a:r>
        </a:p>
      </dgm:t>
    </dgm:pt>
    <dgm:pt modelId="{49DD71A4-6E7F-49DE-BC07-CBB989D0FA0F}" type="parTrans" cxnId="{ADC87D77-8BDA-4181-8144-991EE63593B1}">
      <dgm:prSet/>
      <dgm:spPr/>
      <dgm:t>
        <a:bodyPr/>
        <a:lstStyle/>
        <a:p>
          <a:endParaRPr lang="en-US"/>
        </a:p>
      </dgm:t>
    </dgm:pt>
    <dgm:pt modelId="{BEEF093E-038A-4113-ABAA-70F01C3E54B8}" type="sibTrans" cxnId="{ADC87D77-8BDA-4181-8144-991EE63593B1}">
      <dgm:prSet/>
      <dgm:spPr/>
      <dgm:t>
        <a:bodyPr/>
        <a:lstStyle/>
        <a:p>
          <a:endParaRPr lang="en-US"/>
        </a:p>
      </dgm:t>
    </dgm:pt>
    <dgm:pt modelId="{7316684D-E4F2-4C46-B666-DB7EB0AC19E6}" type="pres">
      <dgm:prSet presAssocID="{13230E9D-8EC9-4B1F-981C-591DDC55267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4EDFEB7-3DE0-41E5-BC1A-3821C67D52E7}" type="pres">
      <dgm:prSet presAssocID="{4DCA3C38-0EF6-4F04-A5C9-4519698DE608}" presName="hierRoot1" presStyleCnt="0"/>
      <dgm:spPr/>
    </dgm:pt>
    <dgm:pt modelId="{7E317B36-D9B7-4E39-8DCD-8795D2A1CC3F}" type="pres">
      <dgm:prSet presAssocID="{4DCA3C38-0EF6-4F04-A5C9-4519698DE608}" presName="composite" presStyleCnt="0"/>
      <dgm:spPr/>
    </dgm:pt>
    <dgm:pt modelId="{767BE075-C7BA-4E39-8523-F190CEF174E5}" type="pres">
      <dgm:prSet presAssocID="{4DCA3C38-0EF6-4F04-A5C9-4519698DE608}" presName="background" presStyleLbl="node0" presStyleIdx="0" presStyleCnt="3"/>
      <dgm:spPr/>
    </dgm:pt>
    <dgm:pt modelId="{893C5345-351C-4070-A606-0037D5259462}" type="pres">
      <dgm:prSet presAssocID="{4DCA3C38-0EF6-4F04-A5C9-4519698DE608}" presName="text" presStyleLbl="fgAcc0" presStyleIdx="0" presStyleCnt="3">
        <dgm:presLayoutVars>
          <dgm:chPref val="3"/>
        </dgm:presLayoutVars>
      </dgm:prSet>
      <dgm:spPr/>
    </dgm:pt>
    <dgm:pt modelId="{DD2678F5-B29F-4A62-897C-28F57C1E9012}" type="pres">
      <dgm:prSet presAssocID="{4DCA3C38-0EF6-4F04-A5C9-4519698DE608}" presName="hierChild2" presStyleCnt="0"/>
      <dgm:spPr/>
    </dgm:pt>
    <dgm:pt modelId="{AB1F4F3C-9812-41AB-949C-F6069EDC2DB7}" type="pres">
      <dgm:prSet presAssocID="{DAB3EEC4-4E16-4626-B82C-0DEA98C6CD5D}" presName="hierRoot1" presStyleCnt="0"/>
      <dgm:spPr/>
    </dgm:pt>
    <dgm:pt modelId="{F1BCCA1F-D189-403E-9BCA-A67290B7A356}" type="pres">
      <dgm:prSet presAssocID="{DAB3EEC4-4E16-4626-B82C-0DEA98C6CD5D}" presName="composite" presStyleCnt="0"/>
      <dgm:spPr/>
    </dgm:pt>
    <dgm:pt modelId="{394CDDD0-FB09-464A-B4D9-6C2CF3665021}" type="pres">
      <dgm:prSet presAssocID="{DAB3EEC4-4E16-4626-B82C-0DEA98C6CD5D}" presName="background" presStyleLbl="node0" presStyleIdx="1" presStyleCnt="3"/>
      <dgm:spPr/>
    </dgm:pt>
    <dgm:pt modelId="{FC32EE81-B7A1-48FE-BA79-3289BADFCB09}" type="pres">
      <dgm:prSet presAssocID="{DAB3EEC4-4E16-4626-B82C-0DEA98C6CD5D}" presName="text" presStyleLbl="fgAcc0" presStyleIdx="1" presStyleCnt="3">
        <dgm:presLayoutVars>
          <dgm:chPref val="3"/>
        </dgm:presLayoutVars>
      </dgm:prSet>
      <dgm:spPr/>
    </dgm:pt>
    <dgm:pt modelId="{D410C216-ADB9-4B52-8A5B-0E452EF45DEE}" type="pres">
      <dgm:prSet presAssocID="{DAB3EEC4-4E16-4626-B82C-0DEA98C6CD5D}" presName="hierChild2" presStyleCnt="0"/>
      <dgm:spPr/>
    </dgm:pt>
    <dgm:pt modelId="{53BD99CC-1738-4630-8D3A-28E415C152CA}" type="pres">
      <dgm:prSet presAssocID="{5FBDD792-9331-4165-9CEA-58D2CD5FF89B}" presName="hierRoot1" presStyleCnt="0"/>
      <dgm:spPr/>
    </dgm:pt>
    <dgm:pt modelId="{6701AF62-D7BC-429C-B33A-BFCFE47D7D8A}" type="pres">
      <dgm:prSet presAssocID="{5FBDD792-9331-4165-9CEA-58D2CD5FF89B}" presName="composite" presStyleCnt="0"/>
      <dgm:spPr/>
    </dgm:pt>
    <dgm:pt modelId="{6FF59F8F-54FE-4AE6-B4E0-9DB2954ABA81}" type="pres">
      <dgm:prSet presAssocID="{5FBDD792-9331-4165-9CEA-58D2CD5FF89B}" presName="background" presStyleLbl="node0" presStyleIdx="2" presStyleCnt="3"/>
      <dgm:spPr/>
    </dgm:pt>
    <dgm:pt modelId="{917CC2E0-1CF5-456C-89D2-377AB7C2ADE1}" type="pres">
      <dgm:prSet presAssocID="{5FBDD792-9331-4165-9CEA-58D2CD5FF89B}" presName="text" presStyleLbl="fgAcc0" presStyleIdx="2" presStyleCnt="3">
        <dgm:presLayoutVars>
          <dgm:chPref val="3"/>
        </dgm:presLayoutVars>
      </dgm:prSet>
      <dgm:spPr/>
    </dgm:pt>
    <dgm:pt modelId="{44DDBEF0-85CB-4598-BC0B-97E60345CCAD}" type="pres">
      <dgm:prSet presAssocID="{5FBDD792-9331-4165-9CEA-58D2CD5FF89B}" presName="hierChild2" presStyleCnt="0"/>
      <dgm:spPr/>
    </dgm:pt>
  </dgm:ptLst>
  <dgm:cxnLst>
    <dgm:cxn modelId="{BF513B08-5D2B-4D81-89A1-E101AD6EA750}" type="presOf" srcId="{DAB3EEC4-4E16-4626-B82C-0DEA98C6CD5D}" destId="{FC32EE81-B7A1-48FE-BA79-3289BADFCB09}" srcOrd="0" destOrd="0" presId="urn:microsoft.com/office/officeart/2005/8/layout/hierarchy1"/>
    <dgm:cxn modelId="{4E5B8710-EEAF-4C4D-81BB-589A06C62D6E}" srcId="{13230E9D-8EC9-4B1F-981C-591DDC552671}" destId="{4DCA3C38-0EF6-4F04-A5C9-4519698DE608}" srcOrd="0" destOrd="0" parTransId="{18693CFD-01BC-48DC-AAD4-493730A7A425}" sibTransId="{ACCAF5B4-CE69-49D1-A794-94E0C7B14340}"/>
    <dgm:cxn modelId="{6A496A73-C208-4C84-A759-EEC67C19A4F4}" type="presOf" srcId="{4DCA3C38-0EF6-4F04-A5C9-4519698DE608}" destId="{893C5345-351C-4070-A606-0037D5259462}" srcOrd="0" destOrd="0" presId="urn:microsoft.com/office/officeart/2005/8/layout/hierarchy1"/>
    <dgm:cxn modelId="{9C2CC053-0CC1-4F12-8C56-BD49C08E447D}" type="presOf" srcId="{13230E9D-8EC9-4B1F-981C-591DDC552671}" destId="{7316684D-E4F2-4C46-B666-DB7EB0AC19E6}" srcOrd="0" destOrd="0" presId="urn:microsoft.com/office/officeart/2005/8/layout/hierarchy1"/>
    <dgm:cxn modelId="{302DED53-6200-4E27-B8CD-FBE51BC67C4B}" srcId="{13230E9D-8EC9-4B1F-981C-591DDC552671}" destId="{DAB3EEC4-4E16-4626-B82C-0DEA98C6CD5D}" srcOrd="1" destOrd="0" parTransId="{B6AF4240-F273-491E-AD9C-F15203625187}" sibTransId="{4932EBC7-C9FC-4ABD-A498-7148F209A116}"/>
    <dgm:cxn modelId="{ADC87D77-8BDA-4181-8144-991EE63593B1}" srcId="{13230E9D-8EC9-4B1F-981C-591DDC552671}" destId="{5FBDD792-9331-4165-9CEA-58D2CD5FF89B}" srcOrd="2" destOrd="0" parTransId="{49DD71A4-6E7F-49DE-BC07-CBB989D0FA0F}" sibTransId="{BEEF093E-038A-4113-ABAA-70F01C3E54B8}"/>
    <dgm:cxn modelId="{D25D7FB5-1152-4A62-958C-30AF06B3B4D9}" type="presOf" srcId="{5FBDD792-9331-4165-9CEA-58D2CD5FF89B}" destId="{917CC2E0-1CF5-456C-89D2-377AB7C2ADE1}" srcOrd="0" destOrd="0" presId="urn:microsoft.com/office/officeart/2005/8/layout/hierarchy1"/>
    <dgm:cxn modelId="{240B2BBC-834B-42B1-8D69-C2BEA477DC72}" type="presParOf" srcId="{7316684D-E4F2-4C46-B666-DB7EB0AC19E6}" destId="{34EDFEB7-3DE0-41E5-BC1A-3821C67D52E7}" srcOrd="0" destOrd="0" presId="urn:microsoft.com/office/officeart/2005/8/layout/hierarchy1"/>
    <dgm:cxn modelId="{EDC3E234-3DB3-4F2B-A2A2-1881A0C5C117}" type="presParOf" srcId="{34EDFEB7-3DE0-41E5-BC1A-3821C67D52E7}" destId="{7E317B36-D9B7-4E39-8DCD-8795D2A1CC3F}" srcOrd="0" destOrd="0" presId="urn:microsoft.com/office/officeart/2005/8/layout/hierarchy1"/>
    <dgm:cxn modelId="{749A4A9E-967D-4210-8B12-189DE1DB3238}" type="presParOf" srcId="{7E317B36-D9B7-4E39-8DCD-8795D2A1CC3F}" destId="{767BE075-C7BA-4E39-8523-F190CEF174E5}" srcOrd="0" destOrd="0" presId="urn:microsoft.com/office/officeart/2005/8/layout/hierarchy1"/>
    <dgm:cxn modelId="{1685760F-0C95-464E-A861-69AD10504F16}" type="presParOf" srcId="{7E317B36-D9B7-4E39-8DCD-8795D2A1CC3F}" destId="{893C5345-351C-4070-A606-0037D5259462}" srcOrd="1" destOrd="0" presId="urn:microsoft.com/office/officeart/2005/8/layout/hierarchy1"/>
    <dgm:cxn modelId="{7C33F86F-D74D-435E-A516-001675E8E55F}" type="presParOf" srcId="{34EDFEB7-3DE0-41E5-BC1A-3821C67D52E7}" destId="{DD2678F5-B29F-4A62-897C-28F57C1E9012}" srcOrd="1" destOrd="0" presId="urn:microsoft.com/office/officeart/2005/8/layout/hierarchy1"/>
    <dgm:cxn modelId="{7AF13D63-5403-43C7-998B-D5B2AF5423B2}" type="presParOf" srcId="{7316684D-E4F2-4C46-B666-DB7EB0AC19E6}" destId="{AB1F4F3C-9812-41AB-949C-F6069EDC2DB7}" srcOrd="1" destOrd="0" presId="urn:microsoft.com/office/officeart/2005/8/layout/hierarchy1"/>
    <dgm:cxn modelId="{0B14F220-80DB-44BD-B1E5-8FCDE3DBB853}" type="presParOf" srcId="{AB1F4F3C-9812-41AB-949C-F6069EDC2DB7}" destId="{F1BCCA1F-D189-403E-9BCA-A67290B7A356}" srcOrd="0" destOrd="0" presId="urn:microsoft.com/office/officeart/2005/8/layout/hierarchy1"/>
    <dgm:cxn modelId="{D5E120D4-CD97-489B-BF00-67DE7CF588C6}" type="presParOf" srcId="{F1BCCA1F-D189-403E-9BCA-A67290B7A356}" destId="{394CDDD0-FB09-464A-B4D9-6C2CF3665021}" srcOrd="0" destOrd="0" presId="urn:microsoft.com/office/officeart/2005/8/layout/hierarchy1"/>
    <dgm:cxn modelId="{245B71FC-1541-4781-B933-C344685563ED}" type="presParOf" srcId="{F1BCCA1F-D189-403E-9BCA-A67290B7A356}" destId="{FC32EE81-B7A1-48FE-BA79-3289BADFCB09}" srcOrd="1" destOrd="0" presId="urn:microsoft.com/office/officeart/2005/8/layout/hierarchy1"/>
    <dgm:cxn modelId="{B7EBF955-CCC5-4178-8F5D-3CF20886EC74}" type="presParOf" srcId="{AB1F4F3C-9812-41AB-949C-F6069EDC2DB7}" destId="{D410C216-ADB9-4B52-8A5B-0E452EF45DEE}" srcOrd="1" destOrd="0" presId="urn:microsoft.com/office/officeart/2005/8/layout/hierarchy1"/>
    <dgm:cxn modelId="{58874F2D-CE0C-482A-88A9-4C3D96C2741C}" type="presParOf" srcId="{7316684D-E4F2-4C46-B666-DB7EB0AC19E6}" destId="{53BD99CC-1738-4630-8D3A-28E415C152CA}" srcOrd="2" destOrd="0" presId="urn:microsoft.com/office/officeart/2005/8/layout/hierarchy1"/>
    <dgm:cxn modelId="{2B81555C-932B-428D-87FC-5A118455DD3C}" type="presParOf" srcId="{53BD99CC-1738-4630-8D3A-28E415C152CA}" destId="{6701AF62-D7BC-429C-B33A-BFCFE47D7D8A}" srcOrd="0" destOrd="0" presId="urn:microsoft.com/office/officeart/2005/8/layout/hierarchy1"/>
    <dgm:cxn modelId="{60597DCB-FA66-4A52-897B-3F1F5281877A}" type="presParOf" srcId="{6701AF62-D7BC-429C-B33A-BFCFE47D7D8A}" destId="{6FF59F8F-54FE-4AE6-B4E0-9DB2954ABA81}" srcOrd="0" destOrd="0" presId="urn:microsoft.com/office/officeart/2005/8/layout/hierarchy1"/>
    <dgm:cxn modelId="{40B3F6E7-B7C1-4DF1-9DAA-2539847A504E}" type="presParOf" srcId="{6701AF62-D7BC-429C-B33A-BFCFE47D7D8A}" destId="{917CC2E0-1CF5-456C-89D2-377AB7C2ADE1}" srcOrd="1" destOrd="0" presId="urn:microsoft.com/office/officeart/2005/8/layout/hierarchy1"/>
    <dgm:cxn modelId="{AF055642-A954-4DDE-AF1D-1F7B0269CDF0}" type="presParOf" srcId="{53BD99CC-1738-4630-8D3A-28E415C152CA}" destId="{44DDBEF0-85CB-4598-BC0B-97E60345CCA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2449B0-76B2-43EF-81A3-37C20E91587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3B2B5B57-E5C2-4193-9705-AAB47930C5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Wireless Charger is the top-performing product.</a:t>
          </a:r>
        </a:p>
      </dgm:t>
    </dgm:pt>
    <dgm:pt modelId="{D269F41B-E307-4DDB-AEB8-9C09D1388852}" type="parTrans" cxnId="{DB4DDE0D-9DE7-4F16-95E5-1817963DAE9C}">
      <dgm:prSet/>
      <dgm:spPr/>
      <dgm:t>
        <a:bodyPr/>
        <a:lstStyle/>
        <a:p>
          <a:endParaRPr lang="en-US"/>
        </a:p>
      </dgm:t>
    </dgm:pt>
    <dgm:pt modelId="{743019D2-7063-441B-A861-9308931AABCA}" type="sibTrans" cxnId="{DB4DDE0D-9DE7-4F16-95E5-1817963DAE9C}">
      <dgm:prSet/>
      <dgm:spPr/>
      <dgm:t>
        <a:bodyPr/>
        <a:lstStyle/>
        <a:p>
          <a:endParaRPr lang="en-US"/>
        </a:p>
      </dgm:t>
    </dgm:pt>
    <dgm:pt modelId="{F46F78B0-99BB-45DE-A384-4C8BCB810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Electronics and Home &amp; Kitchen contribute the highest revenue.</a:t>
          </a:r>
        </a:p>
      </dgm:t>
    </dgm:pt>
    <dgm:pt modelId="{E8F2FDAD-C057-42D1-AED7-E1C95C9AE356}" type="parTrans" cxnId="{A88C07B1-4E17-47A1-856F-85A81924E7B1}">
      <dgm:prSet/>
      <dgm:spPr/>
      <dgm:t>
        <a:bodyPr/>
        <a:lstStyle/>
        <a:p>
          <a:endParaRPr lang="en-US"/>
        </a:p>
      </dgm:t>
    </dgm:pt>
    <dgm:pt modelId="{C56BD14E-25DA-48BC-88F6-953540DE2063}" type="sibTrans" cxnId="{A88C07B1-4E17-47A1-856F-85A81924E7B1}">
      <dgm:prSet/>
      <dgm:spPr/>
      <dgm:t>
        <a:bodyPr/>
        <a:lstStyle/>
        <a:p>
          <a:endParaRPr lang="en-US"/>
        </a:p>
      </dgm:t>
    </dgm:pt>
    <dgm:pt modelId="{9391BAEE-889C-4CFE-B635-BF2A7F5F39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Quantity analysis shows strong customer demand across categories.</a:t>
          </a:r>
        </a:p>
      </dgm:t>
    </dgm:pt>
    <dgm:pt modelId="{4FB52F38-758A-4A96-83EA-BB9743DAF5CD}" type="parTrans" cxnId="{79E46297-C227-4285-966B-E8B0A83DDCD3}">
      <dgm:prSet/>
      <dgm:spPr/>
      <dgm:t>
        <a:bodyPr/>
        <a:lstStyle/>
        <a:p>
          <a:endParaRPr lang="en-US"/>
        </a:p>
      </dgm:t>
    </dgm:pt>
    <dgm:pt modelId="{5EAEFC64-A67E-4843-BB5C-ACBD74337994}" type="sibTrans" cxnId="{79E46297-C227-4285-966B-E8B0A83DDCD3}">
      <dgm:prSet/>
      <dgm:spPr/>
      <dgm:t>
        <a:bodyPr/>
        <a:lstStyle/>
        <a:p>
          <a:endParaRPr lang="en-US"/>
        </a:p>
      </dgm:t>
    </dgm:pt>
    <dgm:pt modelId="{C85DC0E9-0D22-4371-894D-1DDEF26D9F7E}" type="pres">
      <dgm:prSet presAssocID="{F22449B0-76B2-43EF-81A3-37C20E915875}" presName="root" presStyleCnt="0">
        <dgm:presLayoutVars>
          <dgm:dir/>
          <dgm:resizeHandles val="exact"/>
        </dgm:presLayoutVars>
      </dgm:prSet>
      <dgm:spPr/>
    </dgm:pt>
    <dgm:pt modelId="{B760BB6C-5D08-4D50-9CF3-C6CE8983EAC2}" type="pres">
      <dgm:prSet presAssocID="{3B2B5B57-E5C2-4193-9705-AAB47930C5F3}" presName="compNode" presStyleCnt="0"/>
      <dgm:spPr/>
    </dgm:pt>
    <dgm:pt modelId="{C5190006-E0E9-417B-8BED-086A98F9D125}" type="pres">
      <dgm:prSet presAssocID="{3B2B5B57-E5C2-4193-9705-AAB47930C5F3}" presName="bgRect" presStyleLbl="bgShp" presStyleIdx="0" presStyleCnt="3"/>
      <dgm:spPr/>
    </dgm:pt>
    <dgm:pt modelId="{595E54C7-6319-4C40-AAC6-1016CB9C9DCF}" type="pres">
      <dgm:prSet presAssocID="{3B2B5B57-E5C2-4193-9705-AAB47930C5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13D83582-C26C-43FE-AF0D-09168DE76E50}" type="pres">
      <dgm:prSet presAssocID="{3B2B5B57-E5C2-4193-9705-AAB47930C5F3}" presName="spaceRect" presStyleCnt="0"/>
      <dgm:spPr/>
    </dgm:pt>
    <dgm:pt modelId="{E3416386-C999-42D9-8407-71E7382C59E9}" type="pres">
      <dgm:prSet presAssocID="{3B2B5B57-E5C2-4193-9705-AAB47930C5F3}" presName="parTx" presStyleLbl="revTx" presStyleIdx="0" presStyleCnt="3">
        <dgm:presLayoutVars>
          <dgm:chMax val="0"/>
          <dgm:chPref val="0"/>
        </dgm:presLayoutVars>
      </dgm:prSet>
      <dgm:spPr/>
    </dgm:pt>
    <dgm:pt modelId="{BD4AE0A2-F3CB-42DA-9238-5C5B90A5C42B}" type="pres">
      <dgm:prSet presAssocID="{743019D2-7063-441B-A861-9308931AABCA}" presName="sibTrans" presStyleCnt="0"/>
      <dgm:spPr/>
    </dgm:pt>
    <dgm:pt modelId="{006F63A1-010A-489F-B151-9AC494EC11CA}" type="pres">
      <dgm:prSet presAssocID="{F46F78B0-99BB-45DE-A384-4C8BCB810ADB}" presName="compNode" presStyleCnt="0"/>
      <dgm:spPr/>
    </dgm:pt>
    <dgm:pt modelId="{1D67DE5A-4CC0-48D2-BE43-0A5607C5EA49}" type="pres">
      <dgm:prSet presAssocID="{F46F78B0-99BB-45DE-A384-4C8BCB810ADB}" presName="bgRect" presStyleLbl="bgShp" presStyleIdx="1" presStyleCnt="3"/>
      <dgm:spPr/>
    </dgm:pt>
    <dgm:pt modelId="{60E3F216-1C2D-4D47-A38F-04AFDBFEC063}" type="pres">
      <dgm:prSet presAssocID="{F46F78B0-99BB-45DE-A384-4C8BCB810AD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levision"/>
        </a:ext>
      </dgm:extLst>
    </dgm:pt>
    <dgm:pt modelId="{F02A7B87-5053-4DFD-AC11-4485DE6217AC}" type="pres">
      <dgm:prSet presAssocID="{F46F78B0-99BB-45DE-A384-4C8BCB810ADB}" presName="spaceRect" presStyleCnt="0"/>
      <dgm:spPr/>
    </dgm:pt>
    <dgm:pt modelId="{A9FCDEFF-10D8-4E72-B9F9-F31D1F991142}" type="pres">
      <dgm:prSet presAssocID="{F46F78B0-99BB-45DE-A384-4C8BCB810ADB}" presName="parTx" presStyleLbl="revTx" presStyleIdx="1" presStyleCnt="3">
        <dgm:presLayoutVars>
          <dgm:chMax val="0"/>
          <dgm:chPref val="0"/>
        </dgm:presLayoutVars>
      </dgm:prSet>
      <dgm:spPr/>
    </dgm:pt>
    <dgm:pt modelId="{5D945B99-6077-4811-B166-39BA65D4A214}" type="pres">
      <dgm:prSet presAssocID="{C56BD14E-25DA-48BC-88F6-953540DE2063}" presName="sibTrans" presStyleCnt="0"/>
      <dgm:spPr/>
    </dgm:pt>
    <dgm:pt modelId="{6539F698-1BF8-4EAC-BE86-429553E81242}" type="pres">
      <dgm:prSet presAssocID="{9391BAEE-889C-4CFE-B635-BF2A7F5F3959}" presName="compNode" presStyleCnt="0"/>
      <dgm:spPr/>
    </dgm:pt>
    <dgm:pt modelId="{FDB25D9A-006E-4E1B-83E1-3F06E0E47C69}" type="pres">
      <dgm:prSet presAssocID="{9391BAEE-889C-4CFE-B635-BF2A7F5F3959}" presName="bgRect" presStyleLbl="bgShp" presStyleIdx="2" presStyleCnt="3"/>
      <dgm:spPr/>
    </dgm:pt>
    <dgm:pt modelId="{CE99A407-88B2-4788-A5D5-296E4D1E8189}" type="pres">
      <dgm:prSet presAssocID="{9391BAEE-889C-4CFE-B635-BF2A7F5F395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84C8646-4857-4187-9A9B-9E49E76F10F6}" type="pres">
      <dgm:prSet presAssocID="{9391BAEE-889C-4CFE-B635-BF2A7F5F3959}" presName="spaceRect" presStyleCnt="0"/>
      <dgm:spPr/>
    </dgm:pt>
    <dgm:pt modelId="{1D04512F-83AD-4CA5-997A-DA12B8BF3F62}" type="pres">
      <dgm:prSet presAssocID="{9391BAEE-889C-4CFE-B635-BF2A7F5F395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4DDE0D-9DE7-4F16-95E5-1817963DAE9C}" srcId="{F22449B0-76B2-43EF-81A3-37C20E915875}" destId="{3B2B5B57-E5C2-4193-9705-AAB47930C5F3}" srcOrd="0" destOrd="0" parTransId="{D269F41B-E307-4DDB-AEB8-9C09D1388852}" sibTransId="{743019D2-7063-441B-A861-9308931AABCA}"/>
    <dgm:cxn modelId="{0E5E9D39-D8EC-4122-A9F1-183F5ED0537A}" type="presOf" srcId="{9391BAEE-889C-4CFE-B635-BF2A7F5F3959}" destId="{1D04512F-83AD-4CA5-997A-DA12B8BF3F62}" srcOrd="0" destOrd="0" presId="urn:microsoft.com/office/officeart/2018/2/layout/IconVerticalSolidList"/>
    <dgm:cxn modelId="{8C51B176-3D74-4FCC-88B8-324BE086417B}" type="presOf" srcId="{F22449B0-76B2-43EF-81A3-37C20E915875}" destId="{C85DC0E9-0D22-4371-894D-1DDEF26D9F7E}" srcOrd="0" destOrd="0" presId="urn:microsoft.com/office/officeart/2018/2/layout/IconVerticalSolidList"/>
    <dgm:cxn modelId="{2EBE5E88-71B0-4333-A350-6D63A3A41ED2}" type="presOf" srcId="{F46F78B0-99BB-45DE-A384-4C8BCB810ADB}" destId="{A9FCDEFF-10D8-4E72-B9F9-F31D1F991142}" srcOrd="0" destOrd="0" presId="urn:microsoft.com/office/officeart/2018/2/layout/IconVerticalSolidList"/>
    <dgm:cxn modelId="{51E5D18E-A40F-4209-9268-DD0C82BC2467}" type="presOf" srcId="{3B2B5B57-E5C2-4193-9705-AAB47930C5F3}" destId="{E3416386-C999-42D9-8407-71E7382C59E9}" srcOrd="0" destOrd="0" presId="urn:microsoft.com/office/officeart/2018/2/layout/IconVerticalSolidList"/>
    <dgm:cxn modelId="{79E46297-C227-4285-966B-E8B0A83DDCD3}" srcId="{F22449B0-76B2-43EF-81A3-37C20E915875}" destId="{9391BAEE-889C-4CFE-B635-BF2A7F5F3959}" srcOrd="2" destOrd="0" parTransId="{4FB52F38-758A-4A96-83EA-BB9743DAF5CD}" sibTransId="{5EAEFC64-A67E-4843-BB5C-ACBD74337994}"/>
    <dgm:cxn modelId="{A88C07B1-4E17-47A1-856F-85A81924E7B1}" srcId="{F22449B0-76B2-43EF-81A3-37C20E915875}" destId="{F46F78B0-99BB-45DE-A384-4C8BCB810ADB}" srcOrd="1" destOrd="0" parTransId="{E8F2FDAD-C057-42D1-AED7-E1C95C9AE356}" sibTransId="{C56BD14E-25DA-48BC-88F6-953540DE2063}"/>
    <dgm:cxn modelId="{F11EB236-23AD-408F-955C-0A29E2533247}" type="presParOf" srcId="{C85DC0E9-0D22-4371-894D-1DDEF26D9F7E}" destId="{B760BB6C-5D08-4D50-9CF3-C6CE8983EAC2}" srcOrd="0" destOrd="0" presId="urn:microsoft.com/office/officeart/2018/2/layout/IconVerticalSolidList"/>
    <dgm:cxn modelId="{72E4A64A-7505-4222-8507-F72755F73B72}" type="presParOf" srcId="{B760BB6C-5D08-4D50-9CF3-C6CE8983EAC2}" destId="{C5190006-E0E9-417B-8BED-086A98F9D125}" srcOrd="0" destOrd="0" presId="urn:microsoft.com/office/officeart/2018/2/layout/IconVerticalSolidList"/>
    <dgm:cxn modelId="{83CF305A-200F-4C17-983C-E79DF018A7A4}" type="presParOf" srcId="{B760BB6C-5D08-4D50-9CF3-C6CE8983EAC2}" destId="{595E54C7-6319-4C40-AAC6-1016CB9C9DCF}" srcOrd="1" destOrd="0" presId="urn:microsoft.com/office/officeart/2018/2/layout/IconVerticalSolidList"/>
    <dgm:cxn modelId="{BF0F4F83-18B3-4AC2-B89B-0E8FD9A217BA}" type="presParOf" srcId="{B760BB6C-5D08-4D50-9CF3-C6CE8983EAC2}" destId="{13D83582-C26C-43FE-AF0D-09168DE76E50}" srcOrd="2" destOrd="0" presId="urn:microsoft.com/office/officeart/2018/2/layout/IconVerticalSolidList"/>
    <dgm:cxn modelId="{2C28726B-5A3D-40EF-BDA3-782AF258D364}" type="presParOf" srcId="{B760BB6C-5D08-4D50-9CF3-C6CE8983EAC2}" destId="{E3416386-C999-42D9-8407-71E7382C59E9}" srcOrd="3" destOrd="0" presId="urn:microsoft.com/office/officeart/2018/2/layout/IconVerticalSolidList"/>
    <dgm:cxn modelId="{19640E9D-1587-49E9-BD1E-99AE3E86561D}" type="presParOf" srcId="{C85DC0E9-0D22-4371-894D-1DDEF26D9F7E}" destId="{BD4AE0A2-F3CB-42DA-9238-5C5B90A5C42B}" srcOrd="1" destOrd="0" presId="urn:microsoft.com/office/officeart/2018/2/layout/IconVerticalSolidList"/>
    <dgm:cxn modelId="{9338D12C-53C9-4146-BE63-22E750DDE09F}" type="presParOf" srcId="{C85DC0E9-0D22-4371-894D-1DDEF26D9F7E}" destId="{006F63A1-010A-489F-B151-9AC494EC11CA}" srcOrd="2" destOrd="0" presId="urn:microsoft.com/office/officeart/2018/2/layout/IconVerticalSolidList"/>
    <dgm:cxn modelId="{0AF28A8A-C326-4C05-A838-413941147BD9}" type="presParOf" srcId="{006F63A1-010A-489F-B151-9AC494EC11CA}" destId="{1D67DE5A-4CC0-48D2-BE43-0A5607C5EA49}" srcOrd="0" destOrd="0" presId="urn:microsoft.com/office/officeart/2018/2/layout/IconVerticalSolidList"/>
    <dgm:cxn modelId="{1306D5C1-DD83-4F29-AE12-5B8940BEDEF4}" type="presParOf" srcId="{006F63A1-010A-489F-B151-9AC494EC11CA}" destId="{60E3F216-1C2D-4D47-A38F-04AFDBFEC063}" srcOrd="1" destOrd="0" presId="urn:microsoft.com/office/officeart/2018/2/layout/IconVerticalSolidList"/>
    <dgm:cxn modelId="{45203331-1953-4BE0-AA57-941C88D71FDB}" type="presParOf" srcId="{006F63A1-010A-489F-B151-9AC494EC11CA}" destId="{F02A7B87-5053-4DFD-AC11-4485DE6217AC}" srcOrd="2" destOrd="0" presId="urn:microsoft.com/office/officeart/2018/2/layout/IconVerticalSolidList"/>
    <dgm:cxn modelId="{DC8A9C27-26BD-48EB-924B-6FC5E243AD7B}" type="presParOf" srcId="{006F63A1-010A-489F-B151-9AC494EC11CA}" destId="{A9FCDEFF-10D8-4E72-B9F9-F31D1F991142}" srcOrd="3" destOrd="0" presId="urn:microsoft.com/office/officeart/2018/2/layout/IconVerticalSolidList"/>
    <dgm:cxn modelId="{D46E0DEB-C5AB-4ADD-83DB-CD03D77D5741}" type="presParOf" srcId="{C85DC0E9-0D22-4371-894D-1DDEF26D9F7E}" destId="{5D945B99-6077-4811-B166-39BA65D4A214}" srcOrd="3" destOrd="0" presId="urn:microsoft.com/office/officeart/2018/2/layout/IconVerticalSolidList"/>
    <dgm:cxn modelId="{EA9EC3A1-5A04-4692-8015-D2CA4DE67DE8}" type="presParOf" srcId="{C85DC0E9-0D22-4371-894D-1DDEF26D9F7E}" destId="{6539F698-1BF8-4EAC-BE86-429553E81242}" srcOrd="4" destOrd="0" presId="urn:microsoft.com/office/officeart/2018/2/layout/IconVerticalSolidList"/>
    <dgm:cxn modelId="{7F6A6759-2347-41D9-892C-53951347FA14}" type="presParOf" srcId="{6539F698-1BF8-4EAC-BE86-429553E81242}" destId="{FDB25D9A-006E-4E1B-83E1-3F06E0E47C69}" srcOrd="0" destOrd="0" presId="urn:microsoft.com/office/officeart/2018/2/layout/IconVerticalSolidList"/>
    <dgm:cxn modelId="{65609678-7F9C-46B5-B509-5AF9C117E5F3}" type="presParOf" srcId="{6539F698-1BF8-4EAC-BE86-429553E81242}" destId="{CE99A407-88B2-4788-A5D5-296E4D1E8189}" srcOrd="1" destOrd="0" presId="urn:microsoft.com/office/officeart/2018/2/layout/IconVerticalSolidList"/>
    <dgm:cxn modelId="{203A5D2A-3604-45C2-BEB7-0E7E5B965510}" type="presParOf" srcId="{6539F698-1BF8-4EAC-BE86-429553E81242}" destId="{A84C8646-4857-4187-9A9B-9E49E76F10F6}" srcOrd="2" destOrd="0" presId="urn:microsoft.com/office/officeart/2018/2/layout/IconVerticalSolidList"/>
    <dgm:cxn modelId="{4BACAFAB-710D-4519-AF6A-ACC6E7550292}" type="presParOf" srcId="{6539F698-1BF8-4EAC-BE86-429553E81242}" destId="{1D04512F-83AD-4CA5-997A-DA12B8BF3F6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BE0D8B-66C3-4626-BDFE-F6A65F8F8DB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9771336-DD18-4B42-8942-1ECDF15F8C8F}">
      <dgm:prSet/>
      <dgm:spPr/>
      <dgm:t>
        <a:bodyPr/>
        <a:lstStyle/>
        <a:p>
          <a:pPr>
            <a:defRPr cap="all"/>
          </a:pPr>
          <a:r>
            <a:rPr lang="en-US"/>
            <a:t>Bar chart shows total quantity by category.</a:t>
          </a:r>
        </a:p>
      </dgm:t>
    </dgm:pt>
    <dgm:pt modelId="{07D5AE36-33BD-4EA5-9494-BB11FD98533F}" type="parTrans" cxnId="{D9EF7083-5514-4E70-9D18-57A0F8CF5BF9}">
      <dgm:prSet/>
      <dgm:spPr/>
      <dgm:t>
        <a:bodyPr/>
        <a:lstStyle/>
        <a:p>
          <a:endParaRPr lang="en-US"/>
        </a:p>
      </dgm:t>
    </dgm:pt>
    <dgm:pt modelId="{2545CED2-0BE0-404F-8FF2-789C9174785F}" type="sibTrans" cxnId="{D9EF7083-5514-4E70-9D18-57A0F8CF5BF9}">
      <dgm:prSet/>
      <dgm:spPr/>
      <dgm:t>
        <a:bodyPr/>
        <a:lstStyle/>
        <a:p>
          <a:endParaRPr lang="en-US"/>
        </a:p>
      </dgm:t>
    </dgm:pt>
    <dgm:pt modelId="{32224E07-D1F3-4CD4-B56B-95FF6167AF58}">
      <dgm:prSet/>
      <dgm:spPr/>
      <dgm:t>
        <a:bodyPr/>
        <a:lstStyle/>
        <a:p>
          <a:pPr>
            <a:defRPr cap="all"/>
          </a:pPr>
          <a:r>
            <a:rPr lang="en-US"/>
            <a:t>Home &amp; Kitchen has highest quantity sold.</a:t>
          </a:r>
        </a:p>
      </dgm:t>
    </dgm:pt>
    <dgm:pt modelId="{DFED982B-6501-44C8-B2EF-4C05E80101E6}" type="parTrans" cxnId="{4E0438BF-A5D3-4041-8B2E-007CF55C1A04}">
      <dgm:prSet/>
      <dgm:spPr/>
      <dgm:t>
        <a:bodyPr/>
        <a:lstStyle/>
        <a:p>
          <a:endParaRPr lang="en-US"/>
        </a:p>
      </dgm:t>
    </dgm:pt>
    <dgm:pt modelId="{4A3404EE-FFBD-4397-AF2D-B5EFFFCAD350}" type="sibTrans" cxnId="{4E0438BF-A5D3-4041-8B2E-007CF55C1A04}">
      <dgm:prSet/>
      <dgm:spPr/>
      <dgm:t>
        <a:bodyPr/>
        <a:lstStyle/>
        <a:p>
          <a:endParaRPr lang="en-US"/>
        </a:p>
      </dgm:t>
    </dgm:pt>
    <dgm:pt modelId="{5AC32FD6-3517-4AB2-A7FB-4873934C8457}">
      <dgm:prSet/>
      <dgm:spPr/>
      <dgm:t>
        <a:bodyPr/>
        <a:lstStyle/>
        <a:p>
          <a:pPr>
            <a:defRPr cap="all"/>
          </a:pPr>
          <a:r>
            <a:rPr lang="en-US"/>
            <a:t>Sales target gauge shows 925K achievement.</a:t>
          </a:r>
        </a:p>
      </dgm:t>
    </dgm:pt>
    <dgm:pt modelId="{FE9E81CD-8ECF-4DCF-8198-2BD09CAF6326}" type="parTrans" cxnId="{68EA6552-1FE5-4100-96DA-138A943F2EAA}">
      <dgm:prSet/>
      <dgm:spPr/>
      <dgm:t>
        <a:bodyPr/>
        <a:lstStyle/>
        <a:p>
          <a:endParaRPr lang="en-US"/>
        </a:p>
      </dgm:t>
    </dgm:pt>
    <dgm:pt modelId="{8455FD77-C04B-4A7A-97FF-31372E6CBAE0}" type="sibTrans" cxnId="{68EA6552-1FE5-4100-96DA-138A943F2EAA}">
      <dgm:prSet/>
      <dgm:spPr/>
      <dgm:t>
        <a:bodyPr/>
        <a:lstStyle/>
        <a:p>
          <a:endParaRPr lang="en-US"/>
        </a:p>
      </dgm:t>
    </dgm:pt>
    <dgm:pt modelId="{7D6A2A6E-7E61-4E99-B90F-9E4B18A1192E}">
      <dgm:prSet/>
      <dgm:spPr/>
      <dgm:t>
        <a:bodyPr/>
        <a:lstStyle/>
        <a:p>
          <a:pPr>
            <a:defRPr cap="all"/>
          </a:pPr>
          <a:r>
            <a:rPr lang="en-US"/>
            <a:t>Helps measure performance against target</a:t>
          </a:r>
        </a:p>
      </dgm:t>
    </dgm:pt>
    <dgm:pt modelId="{6C781AE8-6E64-48C9-BD6A-C66FBE8B0F77}" type="parTrans" cxnId="{29A2BA0C-6523-4FBB-B6DE-E9746250916A}">
      <dgm:prSet/>
      <dgm:spPr/>
      <dgm:t>
        <a:bodyPr/>
        <a:lstStyle/>
        <a:p>
          <a:endParaRPr lang="en-US"/>
        </a:p>
      </dgm:t>
    </dgm:pt>
    <dgm:pt modelId="{64D544A9-2D74-4C1C-94C3-4D6BBA2A82DE}" type="sibTrans" cxnId="{29A2BA0C-6523-4FBB-B6DE-E9746250916A}">
      <dgm:prSet/>
      <dgm:spPr/>
      <dgm:t>
        <a:bodyPr/>
        <a:lstStyle/>
        <a:p>
          <a:endParaRPr lang="en-US"/>
        </a:p>
      </dgm:t>
    </dgm:pt>
    <dgm:pt modelId="{2F39380C-2326-4637-8834-C8C2E05C188C}" type="pres">
      <dgm:prSet presAssocID="{CABE0D8B-66C3-4626-BDFE-F6A65F8F8DB6}" presName="root" presStyleCnt="0">
        <dgm:presLayoutVars>
          <dgm:dir/>
          <dgm:resizeHandles val="exact"/>
        </dgm:presLayoutVars>
      </dgm:prSet>
      <dgm:spPr/>
    </dgm:pt>
    <dgm:pt modelId="{621B6C44-F9A7-4244-B825-B8F2D70B9EDD}" type="pres">
      <dgm:prSet presAssocID="{59771336-DD18-4B42-8942-1ECDF15F8C8F}" presName="compNode" presStyleCnt="0"/>
      <dgm:spPr/>
    </dgm:pt>
    <dgm:pt modelId="{851C562D-C4F3-4CC7-934A-2780602D4502}" type="pres">
      <dgm:prSet presAssocID="{59771336-DD18-4B42-8942-1ECDF15F8C8F}" presName="iconBgRect" presStyleLbl="bgShp" presStyleIdx="0" presStyleCnt="4"/>
      <dgm:spPr/>
    </dgm:pt>
    <dgm:pt modelId="{C0191477-44AA-4293-BFFE-1DF2762134E2}" type="pres">
      <dgm:prSet presAssocID="{59771336-DD18-4B42-8942-1ECDF15F8C8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0B279886-9AD1-4952-9718-09E80661DFAD}" type="pres">
      <dgm:prSet presAssocID="{59771336-DD18-4B42-8942-1ECDF15F8C8F}" presName="spaceRect" presStyleCnt="0"/>
      <dgm:spPr/>
    </dgm:pt>
    <dgm:pt modelId="{3B1202A7-A63B-441F-8146-E96DD82C39D3}" type="pres">
      <dgm:prSet presAssocID="{59771336-DD18-4B42-8942-1ECDF15F8C8F}" presName="textRect" presStyleLbl="revTx" presStyleIdx="0" presStyleCnt="4">
        <dgm:presLayoutVars>
          <dgm:chMax val="1"/>
          <dgm:chPref val="1"/>
        </dgm:presLayoutVars>
      </dgm:prSet>
      <dgm:spPr/>
    </dgm:pt>
    <dgm:pt modelId="{9530BF33-D8D8-4BA5-8B4F-0101BEC82AA6}" type="pres">
      <dgm:prSet presAssocID="{2545CED2-0BE0-404F-8FF2-789C9174785F}" presName="sibTrans" presStyleCnt="0"/>
      <dgm:spPr/>
    </dgm:pt>
    <dgm:pt modelId="{5D0E91C1-29A0-448A-87A7-50770556AB8D}" type="pres">
      <dgm:prSet presAssocID="{32224E07-D1F3-4CD4-B56B-95FF6167AF58}" presName="compNode" presStyleCnt="0"/>
      <dgm:spPr/>
    </dgm:pt>
    <dgm:pt modelId="{C8FF2FA2-FD8A-4653-9D54-48F789A51CDE}" type="pres">
      <dgm:prSet presAssocID="{32224E07-D1F3-4CD4-B56B-95FF6167AF58}" presName="iconBgRect" presStyleLbl="bgShp" presStyleIdx="1" presStyleCnt="4"/>
      <dgm:spPr/>
    </dgm:pt>
    <dgm:pt modelId="{99B7920A-DD7B-42E5-B59E-38E6EC2A6272}" type="pres">
      <dgm:prSet presAssocID="{32224E07-D1F3-4CD4-B56B-95FF6167AF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E9DC527F-0E63-4502-B8F2-3DA891DDE12F}" type="pres">
      <dgm:prSet presAssocID="{32224E07-D1F3-4CD4-B56B-95FF6167AF58}" presName="spaceRect" presStyleCnt="0"/>
      <dgm:spPr/>
    </dgm:pt>
    <dgm:pt modelId="{E5B70DA9-93F2-4EA2-85D4-62B2BBDC6605}" type="pres">
      <dgm:prSet presAssocID="{32224E07-D1F3-4CD4-B56B-95FF6167AF58}" presName="textRect" presStyleLbl="revTx" presStyleIdx="1" presStyleCnt="4">
        <dgm:presLayoutVars>
          <dgm:chMax val="1"/>
          <dgm:chPref val="1"/>
        </dgm:presLayoutVars>
      </dgm:prSet>
      <dgm:spPr/>
    </dgm:pt>
    <dgm:pt modelId="{4158175C-F3FE-42BC-8177-26362F1C930C}" type="pres">
      <dgm:prSet presAssocID="{4A3404EE-FFBD-4397-AF2D-B5EFFFCAD350}" presName="sibTrans" presStyleCnt="0"/>
      <dgm:spPr/>
    </dgm:pt>
    <dgm:pt modelId="{AC44BA55-1D57-479B-ADD6-F4D11A55F344}" type="pres">
      <dgm:prSet presAssocID="{5AC32FD6-3517-4AB2-A7FB-4873934C8457}" presName="compNode" presStyleCnt="0"/>
      <dgm:spPr/>
    </dgm:pt>
    <dgm:pt modelId="{F07D1A3E-F89F-4A80-BB6B-809D9963D626}" type="pres">
      <dgm:prSet presAssocID="{5AC32FD6-3517-4AB2-A7FB-4873934C8457}" presName="iconBgRect" presStyleLbl="bgShp" presStyleIdx="2" presStyleCnt="4"/>
      <dgm:spPr/>
    </dgm:pt>
    <dgm:pt modelId="{04B9B071-38A2-48C3-A790-ED48EC776089}" type="pres">
      <dgm:prSet presAssocID="{5AC32FD6-3517-4AB2-A7FB-4873934C845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85DAC782-D8DD-4A9B-A43D-CBA62C2DF8E4}" type="pres">
      <dgm:prSet presAssocID="{5AC32FD6-3517-4AB2-A7FB-4873934C8457}" presName="spaceRect" presStyleCnt="0"/>
      <dgm:spPr/>
    </dgm:pt>
    <dgm:pt modelId="{9BEAB821-F760-46DD-87BF-753054B3A109}" type="pres">
      <dgm:prSet presAssocID="{5AC32FD6-3517-4AB2-A7FB-4873934C8457}" presName="textRect" presStyleLbl="revTx" presStyleIdx="2" presStyleCnt="4">
        <dgm:presLayoutVars>
          <dgm:chMax val="1"/>
          <dgm:chPref val="1"/>
        </dgm:presLayoutVars>
      </dgm:prSet>
      <dgm:spPr/>
    </dgm:pt>
    <dgm:pt modelId="{A8009A8B-1EAD-487A-8B68-B59207CABDC6}" type="pres">
      <dgm:prSet presAssocID="{8455FD77-C04B-4A7A-97FF-31372E6CBAE0}" presName="sibTrans" presStyleCnt="0"/>
      <dgm:spPr/>
    </dgm:pt>
    <dgm:pt modelId="{A7E5F6C4-2549-4128-9E69-72C57C619BCD}" type="pres">
      <dgm:prSet presAssocID="{7D6A2A6E-7E61-4E99-B90F-9E4B18A1192E}" presName="compNode" presStyleCnt="0"/>
      <dgm:spPr/>
    </dgm:pt>
    <dgm:pt modelId="{451D0666-4996-4EEF-92A5-369E5BA255AC}" type="pres">
      <dgm:prSet presAssocID="{7D6A2A6E-7E61-4E99-B90F-9E4B18A1192E}" presName="iconBgRect" presStyleLbl="bgShp" presStyleIdx="3" presStyleCnt="4"/>
      <dgm:spPr/>
    </dgm:pt>
    <dgm:pt modelId="{3968A15C-B742-4689-86CC-A2AF87F2EDA8}" type="pres">
      <dgm:prSet presAssocID="{7D6A2A6E-7E61-4E99-B90F-9E4B18A1192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AFDAD88E-87F4-4819-9F1A-9520A9F80E96}" type="pres">
      <dgm:prSet presAssocID="{7D6A2A6E-7E61-4E99-B90F-9E4B18A1192E}" presName="spaceRect" presStyleCnt="0"/>
      <dgm:spPr/>
    </dgm:pt>
    <dgm:pt modelId="{51EB85AB-3571-4AC3-B94D-0F0E88F712D8}" type="pres">
      <dgm:prSet presAssocID="{7D6A2A6E-7E61-4E99-B90F-9E4B18A1192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9A2BA0C-6523-4FBB-B6DE-E9746250916A}" srcId="{CABE0D8B-66C3-4626-BDFE-F6A65F8F8DB6}" destId="{7D6A2A6E-7E61-4E99-B90F-9E4B18A1192E}" srcOrd="3" destOrd="0" parTransId="{6C781AE8-6E64-48C9-BD6A-C66FBE8B0F77}" sibTransId="{64D544A9-2D74-4C1C-94C3-4D6BBA2A82DE}"/>
    <dgm:cxn modelId="{CCFB8F32-18A4-4F5F-93B6-B919390EB6ED}" type="presOf" srcId="{32224E07-D1F3-4CD4-B56B-95FF6167AF58}" destId="{E5B70DA9-93F2-4EA2-85D4-62B2BBDC6605}" srcOrd="0" destOrd="0" presId="urn:microsoft.com/office/officeart/2018/5/layout/IconCircleLabelList"/>
    <dgm:cxn modelId="{2BD2094E-8B43-4759-A76B-3DF54C21B2C4}" type="presOf" srcId="{CABE0D8B-66C3-4626-BDFE-F6A65F8F8DB6}" destId="{2F39380C-2326-4637-8834-C8C2E05C188C}" srcOrd="0" destOrd="0" presId="urn:microsoft.com/office/officeart/2018/5/layout/IconCircleLabelList"/>
    <dgm:cxn modelId="{68EA6552-1FE5-4100-96DA-138A943F2EAA}" srcId="{CABE0D8B-66C3-4626-BDFE-F6A65F8F8DB6}" destId="{5AC32FD6-3517-4AB2-A7FB-4873934C8457}" srcOrd="2" destOrd="0" parTransId="{FE9E81CD-8ECF-4DCF-8198-2BD09CAF6326}" sibTransId="{8455FD77-C04B-4A7A-97FF-31372E6CBAE0}"/>
    <dgm:cxn modelId="{D9EF7083-5514-4E70-9D18-57A0F8CF5BF9}" srcId="{CABE0D8B-66C3-4626-BDFE-F6A65F8F8DB6}" destId="{59771336-DD18-4B42-8942-1ECDF15F8C8F}" srcOrd="0" destOrd="0" parTransId="{07D5AE36-33BD-4EA5-9494-BB11FD98533F}" sibTransId="{2545CED2-0BE0-404F-8FF2-789C9174785F}"/>
    <dgm:cxn modelId="{CF1BCC86-5D8C-4DD2-8244-46338FFF2B0B}" type="presOf" srcId="{59771336-DD18-4B42-8942-1ECDF15F8C8F}" destId="{3B1202A7-A63B-441F-8146-E96DD82C39D3}" srcOrd="0" destOrd="0" presId="urn:microsoft.com/office/officeart/2018/5/layout/IconCircleLabelList"/>
    <dgm:cxn modelId="{4E0438BF-A5D3-4041-8B2E-007CF55C1A04}" srcId="{CABE0D8B-66C3-4626-BDFE-F6A65F8F8DB6}" destId="{32224E07-D1F3-4CD4-B56B-95FF6167AF58}" srcOrd="1" destOrd="0" parTransId="{DFED982B-6501-44C8-B2EF-4C05E80101E6}" sibTransId="{4A3404EE-FFBD-4397-AF2D-B5EFFFCAD350}"/>
    <dgm:cxn modelId="{5C5C7FCD-FC89-4B46-877A-C155D2994F7E}" type="presOf" srcId="{5AC32FD6-3517-4AB2-A7FB-4873934C8457}" destId="{9BEAB821-F760-46DD-87BF-753054B3A109}" srcOrd="0" destOrd="0" presId="urn:microsoft.com/office/officeart/2018/5/layout/IconCircleLabelList"/>
    <dgm:cxn modelId="{AE2804EC-939E-4975-AA03-67A8D0C66D92}" type="presOf" srcId="{7D6A2A6E-7E61-4E99-B90F-9E4B18A1192E}" destId="{51EB85AB-3571-4AC3-B94D-0F0E88F712D8}" srcOrd="0" destOrd="0" presId="urn:microsoft.com/office/officeart/2018/5/layout/IconCircleLabelList"/>
    <dgm:cxn modelId="{D33C45C1-D6A3-4AF5-85B9-CB8EF6196059}" type="presParOf" srcId="{2F39380C-2326-4637-8834-C8C2E05C188C}" destId="{621B6C44-F9A7-4244-B825-B8F2D70B9EDD}" srcOrd="0" destOrd="0" presId="urn:microsoft.com/office/officeart/2018/5/layout/IconCircleLabelList"/>
    <dgm:cxn modelId="{4585F973-DF2F-4CAF-8414-38742A367A6A}" type="presParOf" srcId="{621B6C44-F9A7-4244-B825-B8F2D70B9EDD}" destId="{851C562D-C4F3-4CC7-934A-2780602D4502}" srcOrd="0" destOrd="0" presId="urn:microsoft.com/office/officeart/2018/5/layout/IconCircleLabelList"/>
    <dgm:cxn modelId="{B14F11C7-3838-404E-9C1D-1A3574393EBD}" type="presParOf" srcId="{621B6C44-F9A7-4244-B825-B8F2D70B9EDD}" destId="{C0191477-44AA-4293-BFFE-1DF2762134E2}" srcOrd="1" destOrd="0" presId="urn:microsoft.com/office/officeart/2018/5/layout/IconCircleLabelList"/>
    <dgm:cxn modelId="{1744C646-4F60-4872-A4F2-37B60D817FD2}" type="presParOf" srcId="{621B6C44-F9A7-4244-B825-B8F2D70B9EDD}" destId="{0B279886-9AD1-4952-9718-09E80661DFAD}" srcOrd="2" destOrd="0" presId="urn:microsoft.com/office/officeart/2018/5/layout/IconCircleLabelList"/>
    <dgm:cxn modelId="{A2435316-ED12-4027-A92B-897C030F1B54}" type="presParOf" srcId="{621B6C44-F9A7-4244-B825-B8F2D70B9EDD}" destId="{3B1202A7-A63B-441F-8146-E96DD82C39D3}" srcOrd="3" destOrd="0" presId="urn:microsoft.com/office/officeart/2018/5/layout/IconCircleLabelList"/>
    <dgm:cxn modelId="{07EE326B-7ED0-4C93-A11A-9E7BA24B64B6}" type="presParOf" srcId="{2F39380C-2326-4637-8834-C8C2E05C188C}" destId="{9530BF33-D8D8-4BA5-8B4F-0101BEC82AA6}" srcOrd="1" destOrd="0" presId="urn:microsoft.com/office/officeart/2018/5/layout/IconCircleLabelList"/>
    <dgm:cxn modelId="{DF121DE5-8978-49D8-AD8B-DE95D2FE493D}" type="presParOf" srcId="{2F39380C-2326-4637-8834-C8C2E05C188C}" destId="{5D0E91C1-29A0-448A-87A7-50770556AB8D}" srcOrd="2" destOrd="0" presId="urn:microsoft.com/office/officeart/2018/5/layout/IconCircleLabelList"/>
    <dgm:cxn modelId="{1FDB55AD-52A1-489A-BFF3-24423E2CCB0C}" type="presParOf" srcId="{5D0E91C1-29A0-448A-87A7-50770556AB8D}" destId="{C8FF2FA2-FD8A-4653-9D54-48F789A51CDE}" srcOrd="0" destOrd="0" presId="urn:microsoft.com/office/officeart/2018/5/layout/IconCircleLabelList"/>
    <dgm:cxn modelId="{781A0CA6-9307-48E8-8DB9-F6A9646FD1C5}" type="presParOf" srcId="{5D0E91C1-29A0-448A-87A7-50770556AB8D}" destId="{99B7920A-DD7B-42E5-B59E-38E6EC2A6272}" srcOrd="1" destOrd="0" presId="urn:microsoft.com/office/officeart/2018/5/layout/IconCircleLabelList"/>
    <dgm:cxn modelId="{11C63C07-23F1-4F90-8A3A-F28C11C8E204}" type="presParOf" srcId="{5D0E91C1-29A0-448A-87A7-50770556AB8D}" destId="{E9DC527F-0E63-4502-B8F2-3DA891DDE12F}" srcOrd="2" destOrd="0" presId="urn:microsoft.com/office/officeart/2018/5/layout/IconCircleLabelList"/>
    <dgm:cxn modelId="{5B706D0D-C188-4C68-BD0C-3A71D232F400}" type="presParOf" srcId="{5D0E91C1-29A0-448A-87A7-50770556AB8D}" destId="{E5B70DA9-93F2-4EA2-85D4-62B2BBDC6605}" srcOrd="3" destOrd="0" presId="urn:microsoft.com/office/officeart/2018/5/layout/IconCircleLabelList"/>
    <dgm:cxn modelId="{87F9179B-C22C-4493-A4E2-06013BC98157}" type="presParOf" srcId="{2F39380C-2326-4637-8834-C8C2E05C188C}" destId="{4158175C-F3FE-42BC-8177-26362F1C930C}" srcOrd="3" destOrd="0" presId="urn:microsoft.com/office/officeart/2018/5/layout/IconCircleLabelList"/>
    <dgm:cxn modelId="{4699EADD-F223-44D1-8C32-67FF2AC7E307}" type="presParOf" srcId="{2F39380C-2326-4637-8834-C8C2E05C188C}" destId="{AC44BA55-1D57-479B-ADD6-F4D11A55F344}" srcOrd="4" destOrd="0" presId="urn:microsoft.com/office/officeart/2018/5/layout/IconCircleLabelList"/>
    <dgm:cxn modelId="{9F00C0D5-37D1-4875-9DF5-CBC2A036B9A2}" type="presParOf" srcId="{AC44BA55-1D57-479B-ADD6-F4D11A55F344}" destId="{F07D1A3E-F89F-4A80-BB6B-809D9963D626}" srcOrd="0" destOrd="0" presId="urn:microsoft.com/office/officeart/2018/5/layout/IconCircleLabelList"/>
    <dgm:cxn modelId="{531D7ECF-5541-49BD-8D23-DB7C78DEC1C4}" type="presParOf" srcId="{AC44BA55-1D57-479B-ADD6-F4D11A55F344}" destId="{04B9B071-38A2-48C3-A790-ED48EC776089}" srcOrd="1" destOrd="0" presId="urn:microsoft.com/office/officeart/2018/5/layout/IconCircleLabelList"/>
    <dgm:cxn modelId="{A052AE3F-3498-4EB9-BEF2-3CB346F9517C}" type="presParOf" srcId="{AC44BA55-1D57-479B-ADD6-F4D11A55F344}" destId="{85DAC782-D8DD-4A9B-A43D-CBA62C2DF8E4}" srcOrd="2" destOrd="0" presId="urn:microsoft.com/office/officeart/2018/5/layout/IconCircleLabelList"/>
    <dgm:cxn modelId="{BC89F170-D2B2-44D4-8B0E-52906A6013AE}" type="presParOf" srcId="{AC44BA55-1D57-479B-ADD6-F4D11A55F344}" destId="{9BEAB821-F760-46DD-87BF-753054B3A109}" srcOrd="3" destOrd="0" presId="urn:microsoft.com/office/officeart/2018/5/layout/IconCircleLabelList"/>
    <dgm:cxn modelId="{F86C3D32-C783-43A5-9F86-65A4BD691B85}" type="presParOf" srcId="{2F39380C-2326-4637-8834-C8C2E05C188C}" destId="{A8009A8B-1EAD-487A-8B68-B59207CABDC6}" srcOrd="5" destOrd="0" presId="urn:microsoft.com/office/officeart/2018/5/layout/IconCircleLabelList"/>
    <dgm:cxn modelId="{F049B904-F562-4FAD-B988-87C33F595252}" type="presParOf" srcId="{2F39380C-2326-4637-8834-C8C2E05C188C}" destId="{A7E5F6C4-2549-4128-9E69-72C57C619BCD}" srcOrd="6" destOrd="0" presId="urn:microsoft.com/office/officeart/2018/5/layout/IconCircleLabelList"/>
    <dgm:cxn modelId="{F9702B02-9551-46BB-B017-84C45E367CD2}" type="presParOf" srcId="{A7E5F6C4-2549-4128-9E69-72C57C619BCD}" destId="{451D0666-4996-4EEF-92A5-369E5BA255AC}" srcOrd="0" destOrd="0" presId="urn:microsoft.com/office/officeart/2018/5/layout/IconCircleLabelList"/>
    <dgm:cxn modelId="{73702A44-F0D1-4F6D-A8EF-E34967DDEB9C}" type="presParOf" srcId="{A7E5F6C4-2549-4128-9E69-72C57C619BCD}" destId="{3968A15C-B742-4689-86CC-A2AF87F2EDA8}" srcOrd="1" destOrd="0" presId="urn:microsoft.com/office/officeart/2018/5/layout/IconCircleLabelList"/>
    <dgm:cxn modelId="{A1ED3C94-84A9-4383-938F-D0B622E88F7F}" type="presParOf" srcId="{A7E5F6C4-2549-4128-9E69-72C57C619BCD}" destId="{AFDAD88E-87F4-4819-9F1A-9520A9F80E96}" srcOrd="2" destOrd="0" presId="urn:microsoft.com/office/officeart/2018/5/layout/IconCircleLabelList"/>
    <dgm:cxn modelId="{AF18FE9B-C583-4719-BCE7-F4A41687A631}" type="presParOf" srcId="{A7E5F6C4-2549-4128-9E69-72C57C619BCD}" destId="{51EB85AB-3571-4AC3-B94D-0F0E88F712D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ECB69-FDC8-4D2E-B566-07546467F24A}">
      <dsp:nvSpPr>
        <dsp:cNvPr id="0" name=""/>
        <dsp:cNvSpPr/>
      </dsp:nvSpPr>
      <dsp:spPr>
        <a:xfrm>
          <a:off x="0" y="1669"/>
          <a:ext cx="7543801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67A6C9-48F9-40A8-92F4-3231BE98CC26}">
      <dsp:nvSpPr>
        <dsp:cNvPr id="0" name=""/>
        <dsp:cNvSpPr/>
      </dsp:nvSpPr>
      <dsp:spPr>
        <a:xfrm>
          <a:off x="256011" y="192091"/>
          <a:ext cx="465476" cy="4654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FCBC1-2A7C-4579-81D6-12B6A6DB14F7}">
      <dsp:nvSpPr>
        <dsp:cNvPr id="0" name=""/>
        <dsp:cNvSpPr/>
      </dsp:nvSpPr>
      <dsp:spPr>
        <a:xfrm>
          <a:off x="977499" y="1669"/>
          <a:ext cx="6566301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This project analyzes Amazon sales data using Excel.</a:t>
          </a:r>
        </a:p>
      </dsp:txBody>
      <dsp:txXfrm>
        <a:off x="977499" y="1669"/>
        <a:ext cx="6566301" cy="846320"/>
      </dsp:txXfrm>
    </dsp:sp>
    <dsp:sp modelId="{DFF832FF-BD9E-4A6C-BD57-5CC69AA9A187}">
      <dsp:nvSpPr>
        <dsp:cNvPr id="0" name=""/>
        <dsp:cNvSpPr/>
      </dsp:nvSpPr>
      <dsp:spPr>
        <a:xfrm>
          <a:off x="0" y="1059569"/>
          <a:ext cx="7543801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5DB03-98E7-4AB2-993C-EAB13983F2FB}">
      <dsp:nvSpPr>
        <dsp:cNvPr id="0" name=""/>
        <dsp:cNvSpPr/>
      </dsp:nvSpPr>
      <dsp:spPr>
        <a:xfrm>
          <a:off x="256011" y="1249991"/>
          <a:ext cx="465476" cy="4654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C9F4E-8FE9-42AF-8EFC-CE8AAAF66DA5}">
      <dsp:nvSpPr>
        <dsp:cNvPr id="0" name=""/>
        <dsp:cNvSpPr/>
      </dsp:nvSpPr>
      <dsp:spPr>
        <a:xfrm>
          <a:off x="977499" y="1059569"/>
          <a:ext cx="6566301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The dashboard provides insights into sales performance, categories, and product demand.</a:t>
          </a:r>
        </a:p>
      </dsp:txBody>
      <dsp:txXfrm>
        <a:off x="977499" y="1059569"/>
        <a:ext cx="6566301" cy="846320"/>
      </dsp:txXfrm>
    </dsp:sp>
    <dsp:sp modelId="{8E481270-113C-4D30-90D0-C3575D1AA410}">
      <dsp:nvSpPr>
        <dsp:cNvPr id="0" name=""/>
        <dsp:cNvSpPr/>
      </dsp:nvSpPr>
      <dsp:spPr>
        <a:xfrm>
          <a:off x="0" y="2117470"/>
          <a:ext cx="7543801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4DB37D-8548-409D-895F-39AFE795755F}">
      <dsp:nvSpPr>
        <dsp:cNvPr id="0" name=""/>
        <dsp:cNvSpPr/>
      </dsp:nvSpPr>
      <dsp:spPr>
        <a:xfrm>
          <a:off x="256011" y="2307892"/>
          <a:ext cx="465476" cy="4654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B9200-6E62-4669-9602-745A85D3AF81}">
      <dsp:nvSpPr>
        <dsp:cNvPr id="0" name=""/>
        <dsp:cNvSpPr/>
      </dsp:nvSpPr>
      <dsp:spPr>
        <a:xfrm>
          <a:off x="977499" y="2117470"/>
          <a:ext cx="6566301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Interactive filters allow dynamic data analysis.</a:t>
          </a:r>
        </a:p>
      </dsp:txBody>
      <dsp:txXfrm>
        <a:off x="977499" y="2117470"/>
        <a:ext cx="6566301" cy="846320"/>
      </dsp:txXfrm>
    </dsp:sp>
    <dsp:sp modelId="{7D692F0D-454A-41CF-8518-223CAAAB6428}">
      <dsp:nvSpPr>
        <dsp:cNvPr id="0" name=""/>
        <dsp:cNvSpPr/>
      </dsp:nvSpPr>
      <dsp:spPr>
        <a:xfrm>
          <a:off x="0" y="3175370"/>
          <a:ext cx="7543801" cy="8463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D299AC-E65E-4F1B-9B05-64F8B9C4FDA6}">
      <dsp:nvSpPr>
        <dsp:cNvPr id="0" name=""/>
        <dsp:cNvSpPr/>
      </dsp:nvSpPr>
      <dsp:spPr>
        <a:xfrm>
          <a:off x="256011" y="3365792"/>
          <a:ext cx="465476" cy="4654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5F2F1-8ED3-43F0-8412-98120C27C7D8}">
      <dsp:nvSpPr>
        <dsp:cNvPr id="0" name=""/>
        <dsp:cNvSpPr/>
      </dsp:nvSpPr>
      <dsp:spPr>
        <a:xfrm>
          <a:off x="977499" y="3175370"/>
          <a:ext cx="6566301" cy="846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569" tIns="89569" rIns="89569" bIns="89569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Helps in understanding revenue trends and business growth.</a:t>
          </a:r>
        </a:p>
      </dsp:txBody>
      <dsp:txXfrm>
        <a:off x="977499" y="3175370"/>
        <a:ext cx="6566301" cy="846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EF119-A867-4431-B4DB-B0B4D93127BB}">
      <dsp:nvSpPr>
        <dsp:cNvPr id="0" name=""/>
        <dsp:cNvSpPr/>
      </dsp:nvSpPr>
      <dsp:spPr>
        <a:xfrm>
          <a:off x="0" y="0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Total Sales: 925K – Shows overall revenue generated.</a:t>
          </a:r>
        </a:p>
      </dsp:txBody>
      <dsp:txXfrm>
        <a:off x="24396" y="24396"/>
        <a:ext cx="5065851" cy="784145"/>
      </dsp:txXfrm>
    </dsp:sp>
    <dsp:sp modelId="{EDF445E9-5F49-456B-A0E9-A7B02E001EBA}">
      <dsp:nvSpPr>
        <dsp:cNvPr id="0" name=""/>
        <dsp:cNvSpPr/>
      </dsp:nvSpPr>
      <dsp:spPr>
        <a:xfrm>
          <a:off x="505434" y="984380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13013"/>
            <a:satOff val="-8959"/>
            <a:lumOff val="-228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Sales per Day: 1.28K – Indicates daily sales performance.</a:t>
          </a:r>
        </a:p>
      </dsp:txBody>
      <dsp:txXfrm>
        <a:off x="529830" y="1008776"/>
        <a:ext cx="4939403" cy="784145"/>
      </dsp:txXfrm>
    </dsp:sp>
    <dsp:sp modelId="{F9D679DB-F701-41CC-A66B-74B9CED5D341}">
      <dsp:nvSpPr>
        <dsp:cNvPr id="0" name=""/>
        <dsp:cNvSpPr/>
      </dsp:nvSpPr>
      <dsp:spPr>
        <a:xfrm>
          <a:off x="1003325" y="1968761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26025"/>
            <a:satOff val="-17917"/>
            <a:lumOff val="-45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Average Order Value: 905.56 – Represents customer spending behavior.</a:t>
          </a:r>
        </a:p>
      </dsp:txBody>
      <dsp:txXfrm>
        <a:off x="1027721" y="1993157"/>
        <a:ext cx="4946947" cy="784145"/>
      </dsp:txXfrm>
    </dsp:sp>
    <dsp:sp modelId="{87B1D293-C5DE-42CF-BE9C-3F9096D9B073}">
      <dsp:nvSpPr>
        <dsp:cNvPr id="0" name=""/>
        <dsp:cNvSpPr/>
      </dsp:nvSpPr>
      <dsp:spPr>
        <a:xfrm>
          <a:off x="1508759" y="2953142"/>
          <a:ext cx="6035040" cy="832937"/>
        </a:xfrm>
        <a:prstGeom prst="roundRect">
          <a:avLst>
            <a:gd name="adj" fmla="val 10000"/>
          </a:avLst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Sales Target Comparison – Measures performance against 1M goal.</a:t>
          </a:r>
        </a:p>
      </dsp:txBody>
      <dsp:txXfrm>
        <a:off x="1533155" y="2977538"/>
        <a:ext cx="4939403" cy="784145"/>
      </dsp:txXfrm>
    </dsp:sp>
    <dsp:sp modelId="{3A60EC3C-C5F0-422F-88F5-6095C08D1B64}">
      <dsp:nvSpPr>
        <dsp:cNvPr id="0" name=""/>
        <dsp:cNvSpPr/>
      </dsp:nvSpPr>
      <dsp:spPr>
        <a:xfrm>
          <a:off x="5493630" y="637954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615447" y="637954"/>
        <a:ext cx="297775" cy="407410"/>
      </dsp:txXfrm>
    </dsp:sp>
    <dsp:sp modelId="{9F507086-0E08-4232-8E0F-02CEA135BEBF}">
      <dsp:nvSpPr>
        <dsp:cNvPr id="0" name=""/>
        <dsp:cNvSpPr/>
      </dsp:nvSpPr>
      <dsp:spPr>
        <a:xfrm>
          <a:off x="5999065" y="1622335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23599"/>
            <a:satOff val="-11908"/>
            <a:lumOff val="-125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23599"/>
              <a:satOff val="-11908"/>
              <a:lumOff val="-125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20882" y="1622335"/>
        <a:ext cx="297775" cy="407410"/>
      </dsp:txXfrm>
    </dsp:sp>
    <dsp:sp modelId="{5D632F55-16BA-44FE-80D9-C4FCF4476B2E}">
      <dsp:nvSpPr>
        <dsp:cNvPr id="0" name=""/>
        <dsp:cNvSpPr/>
      </dsp:nvSpPr>
      <dsp:spPr>
        <a:xfrm>
          <a:off x="6496955" y="2606716"/>
          <a:ext cx="541409" cy="54140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47198"/>
            <a:satOff val="-23816"/>
            <a:lumOff val="-251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47198"/>
              <a:satOff val="-23816"/>
              <a:lumOff val="-25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18772" y="2606716"/>
        <a:ext cx="297775" cy="4074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7BE075-C7BA-4E39-8523-F190CEF174E5}">
      <dsp:nvSpPr>
        <dsp:cNvPr id="0" name=""/>
        <dsp:cNvSpPr/>
      </dsp:nvSpPr>
      <dsp:spPr>
        <a:xfrm>
          <a:off x="0" y="1226063"/>
          <a:ext cx="2121694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C5345-351C-4070-A606-0037D5259462}">
      <dsp:nvSpPr>
        <dsp:cNvPr id="0" name=""/>
        <dsp:cNvSpPr/>
      </dsp:nvSpPr>
      <dsp:spPr>
        <a:xfrm>
          <a:off x="235743" y="1450020"/>
          <a:ext cx="2121694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Monthly sales trend identifies peak and low-performing months.</a:t>
          </a:r>
        </a:p>
      </dsp:txBody>
      <dsp:txXfrm>
        <a:off x="275203" y="1489480"/>
        <a:ext cx="2042774" cy="1268355"/>
      </dsp:txXfrm>
    </dsp:sp>
    <dsp:sp modelId="{394CDDD0-FB09-464A-B4D9-6C2CF3665021}">
      <dsp:nvSpPr>
        <dsp:cNvPr id="0" name=""/>
        <dsp:cNvSpPr/>
      </dsp:nvSpPr>
      <dsp:spPr>
        <a:xfrm>
          <a:off x="2593181" y="1226063"/>
          <a:ext cx="2121694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32EE81-B7A1-48FE-BA79-3289BADFCB09}">
      <dsp:nvSpPr>
        <dsp:cNvPr id="0" name=""/>
        <dsp:cNvSpPr/>
      </dsp:nvSpPr>
      <dsp:spPr>
        <a:xfrm>
          <a:off x="2828925" y="1450020"/>
          <a:ext cx="2121694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Helps understand seasonal patterns.</a:t>
          </a:r>
        </a:p>
      </dsp:txBody>
      <dsp:txXfrm>
        <a:off x="2868385" y="1489480"/>
        <a:ext cx="2042774" cy="1268355"/>
      </dsp:txXfrm>
    </dsp:sp>
    <dsp:sp modelId="{6FF59F8F-54FE-4AE6-B4E0-9DB2954ABA81}">
      <dsp:nvSpPr>
        <dsp:cNvPr id="0" name=""/>
        <dsp:cNvSpPr/>
      </dsp:nvSpPr>
      <dsp:spPr>
        <a:xfrm>
          <a:off x="5186363" y="1226063"/>
          <a:ext cx="2121694" cy="13472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CC2E0-1CF5-456C-89D2-377AB7C2ADE1}">
      <dsp:nvSpPr>
        <dsp:cNvPr id="0" name=""/>
        <dsp:cNvSpPr/>
      </dsp:nvSpPr>
      <dsp:spPr>
        <a:xfrm>
          <a:off x="5422106" y="1450020"/>
          <a:ext cx="2121694" cy="134727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Supports strategic planning for high-demand periods.</a:t>
          </a:r>
        </a:p>
      </dsp:txBody>
      <dsp:txXfrm>
        <a:off x="5461566" y="1489480"/>
        <a:ext cx="2042774" cy="12683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190006-E0E9-417B-8BED-086A98F9D125}">
      <dsp:nvSpPr>
        <dsp:cNvPr id="0" name=""/>
        <dsp:cNvSpPr/>
      </dsp:nvSpPr>
      <dsp:spPr>
        <a:xfrm>
          <a:off x="0" y="462"/>
          <a:ext cx="7543800" cy="1081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5E54C7-6319-4C40-AAC6-1016CB9C9DCF}">
      <dsp:nvSpPr>
        <dsp:cNvPr id="0" name=""/>
        <dsp:cNvSpPr/>
      </dsp:nvSpPr>
      <dsp:spPr>
        <a:xfrm>
          <a:off x="327145" y="243793"/>
          <a:ext cx="594810" cy="5948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16386-C999-42D9-8407-71E7382C59E9}">
      <dsp:nvSpPr>
        <dsp:cNvPr id="0" name=""/>
        <dsp:cNvSpPr/>
      </dsp:nvSpPr>
      <dsp:spPr>
        <a:xfrm>
          <a:off x="1249101" y="462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Wireless Charger is the top-performing product.</a:t>
          </a:r>
        </a:p>
      </dsp:txBody>
      <dsp:txXfrm>
        <a:off x="1249101" y="462"/>
        <a:ext cx="6294698" cy="1081473"/>
      </dsp:txXfrm>
    </dsp:sp>
    <dsp:sp modelId="{1D67DE5A-4CC0-48D2-BE43-0A5607C5EA49}">
      <dsp:nvSpPr>
        <dsp:cNvPr id="0" name=""/>
        <dsp:cNvSpPr/>
      </dsp:nvSpPr>
      <dsp:spPr>
        <a:xfrm>
          <a:off x="0" y="1352303"/>
          <a:ext cx="7543800" cy="1081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3F216-1C2D-4D47-A38F-04AFDBFEC063}">
      <dsp:nvSpPr>
        <dsp:cNvPr id="0" name=""/>
        <dsp:cNvSpPr/>
      </dsp:nvSpPr>
      <dsp:spPr>
        <a:xfrm>
          <a:off x="327145" y="1595634"/>
          <a:ext cx="594810" cy="5948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FCDEFF-10D8-4E72-B9F9-F31D1F991142}">
      <dsp:nvSpPr>
        <dsp:cNvPr id="0" name=""/>
        <dsp:cNvSpPr/>
      </dsp:nvSpPr>
      <dsp:spPr>
        <a:xfrm>
          <a:off x="1249101" y="1352303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Electronics and Home &amp; Kitchen contribute the highest revenue.</a:t>
          </a:r>
        </a:p>
      </dsp:txBody>
      <dsp:txXfrm>
        <a:off x="1249101" y="1352303"/>
        <a:ext cx="6294698" cy="1081473"/>
      </dsp:txXfrm>
    </dsp:sp>
    <dsp:sp modelId="{FDB25D9A-006E-4E1B-83E1-3F06E0E47C69}">
      <dsp:nvSpPr>
        <dsp:cNvPr id="0" name=""/>
        <dsp:cNvSpPr/>
      </dsp:nvSpPr>
      <dsp:spPr>
        <a:xfrm>
          <a:off x="0" y="2704144"/>
          <a:ext cx="7543800" cy="108147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9A407-88B2-4788-A5D5-296E4D1E8189}">
      <dsp:nvSpPr>
        <dsp:cNvPr id="0" name=""/>
        <dsp:cNvSpPr/>
      </dsp:nvSpPr>
      <dsp:spPr>
        <a:xfrm>
          <a:off x="327145" y="2947476"/>
          <a:ext cx="594810" cy="5948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04512F-83AD-4CA5-997A-DA12B8BF3F62}">
      <dsp:nvSpPr>
        <dsp:cNvPr id="0" name=""/>
        <dsp:cNvSpPr/>
      </dsp:nvSpPr>
      <dsp:spPr>
        <a:xfrm>
          <a:off x="1249101" y="2704144"/>
          <a:ext cx="6294698" cy="1081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456" tIns="114456" rIns="114456" bIns="114456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Quantity analysis shows strong customer demand across categories.</a:t>
          </a:r>
        </a:p>
      </dsp:txBody>
      <dsp:txXfrm>
        <a:off x="1249101" y="2704144"/>
        <a:ext cx="6294698" cy="10814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1C562D-C4F3-4CC7-934A-2780602D4502}">
      <dsp:nvSpPr>
        <dsp:cNvPr id="0" name=""/>
        <dsp:cNvSpPr/>
      </dsp:nvSpPr>
      <dsp:spPr>
        <a:xfrm>
          <a:off x="326605" y="893196"/>
          <a:ext cx="1016507" cy="101650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91477-44AA-4293-BFFE-1DF2762134E2}">
      <dsp:nvSpPr>
        <dsp:cNvPr id="0" name=""/>
        <dsp:cNvSpPr/>
      </dsp:nvSpPr>
      <dsp:spPr>
        <a:xfrm>
          <a:off x="543237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1202A7-A63B-441F-8146-E96DD82C39D3}">
      <dsp:nvSpPr>
        <dsp:cNvPr id="0" name=""/>
        <dsp:cNvSpPr/>
      </dsp:nvSpPr>
      <dsp:spPr>
        <a:xfrm>
          <a:off x="1655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Bar chart shows total quantity by category.</a:t>
          </a:r>
        </a:p>
      </dsp:txBody>
      <dsp:txXfrm>
        <a:off x="1655" y="2226321"/>
        <a:ext cx="1666406" cy="666562"/>
      </dsp:txXfrm>
    </dsp:sp>
    <dsp:sp modelId="{C8FF2FA2-FD8A-4653-9D54-48F789A51CDE}">
      <dsp:nvSpPr>
        <dsp:cNvPr id="0" name=""/>
        <dsp:cNvSpPr/>
      </dsp:nvSpPr>
      <dsp:spPr>
        <a:xfrm>
          <a:off x="2284632" y="893196"/>
          <a:ext cx="1016507" cy="101650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7920A-DD7B-42E5-B59E-38E6EC2A6272}">
      <dsp:nvSpPr>
        <dsp:cNvPr id="0" name=""/>
        <dsp:cNvSpPr/>
      </dsp:nvSpPr>
      <dsp:spPr>
        <a:xfrm>
          <a:off x="2501265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70DA9-93F2-4EA2-85D4-62B2BBDC6605}">
      <dsp:nvSpPr>
        <dsp:cNvPr id="0" name=""/>
        <dsp:cNvSpPr/>
      </dsp:nvSpPr>
      <dsp:spPr>
        <a:xfrm>
          <a:off x="1959683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Home &amp; Kitchen has highest quantity sold.</a:t>
          </a:r>
        </a:p>
      </dsp:txBody>
      <dsp:txXfrm>
        <a:off x="1959683" y="2226321"/>
        <a:ext cx="1666406" cy="666562"/>
      </dsp:txXfrm>
    </dsp:sp>
    <dsp:sp modelId="{F07D1A3E-F89F-4A80-BB6B-809D9963D626}">
      <dsp:nvSpPr>
        <dsp:cNvPr id="0" name=""/>
        <dsp:cNvSpPr/>
      </dsp:nvSpPr>
      <dsp:spPr>
        <a:xfrm>
          <a:off x="4242659" y="893196"/>
          <a:ext cx="1016507" cy="101650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9B071-38A2-48C3-A790-ED48EC776089}">
      <dsp:nvSpPr>
        <dsp:cNvPr id="0" name=""/>
        <dsp:cNvSpPr/>
      </dsp:nvSpPr>
      <dsp:spPr>
        <a:xfrm>
          <a:off x="4459292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EAB821-F760-46DD-87BF-753054B3A109}">
      <dsp:nvSpPr>
        <dsp:cNvPr id="0" name=""/>
        <dsp:cNvSpPr/>
      </dsp:nvSpPr>
      <dsp:spPr>
        <a:xfrm>
          <a:off x="3917710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Sales target gauge shows 925K achievement.</a:t>
          </a:r>
        </a:p>
      </dsp:txBody>
      <dsp:txXfrm>
        <a:off x="3917710" y="2226321"/>
        <a:ext cx="1666406" cy="666562"/>
      </dsp:txXfrm>
    </dsp:sp>
    <dsp:sp modelId="{451D0666-4996-4EEF-92A5-369E5BA255AC}">
      <dsp:nvSpPr>
        <dsp:cNvPr id="0" name=""/>
        <dsp:cNvSpPr/>
      </dsp:nvSpPr>
      <dsp:spPr>
        <a:xfrm>
          <a:off x="6200687" y="893196"/>
          <a:ext cx="1016507" cy="101650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8A15C-B742-4689-86CC-A2AF87F2EDA8}">
      <dsp:nvSpPr>
        <dsp:cNvPr id="0" name=""/>
        <dsp:cNvSpPr/>
      </dsp:nvSpPr>
      <dsp:spPr>
        <a:xfrm>
          <a:off x="6417319" y="1109829"/>
          <a:ext cx="583242" cy="58324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B85AB-3571-4AC3-B94D-0F0E88F712D8}">
      <dsp:nvSpPr>
        <dsp:cNvPr id="0" name=""/>
        <dsp:cNvSpPr/>
      </dsp:nvSpPr>
      <dsp:spPr>
        <a:xfrm>
          <a:off x="5875737" y="2226321"/>
          <a:ext cx="1666406" cy="6665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Helps measure performance against target</a:t>
          </a:r>
        </a:p>
      </dsp:txBody>
      <dsp:txXfrm>
        <a:off x="5875737" y="2226321"/>
        <a:ext cx="1666406" cy="666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824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68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88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8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77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0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7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63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6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11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4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777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1836F0-F9E0-4D93-9BDD-7EEC6EA05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7315" y="639097"/>
            <a:ext cx="4689988" cy="3686015"/>
          </a:xfrm>
        </p:spPr>
        <p:txBody>
          <a:bodyPr>
            <a:normAutofit/>
          </a:bodyPr>
          <a:lstStyle/>
          <a:p>
            <a:r>
              <a:rPr lang="en-IN" sz="560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7314" y="4455621"/>
            <a:ext cx="4702011" cy="1238616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NIHA RAHIM</a:t>
            </a:r>
          </a:p>
          <a:p>
            <a:r>
              <a:rPr lang="en-IN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440455E3-E165-4598-5BCC-EE3E7FD7C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499" y="1663693"/>
            <a:ext cx="3000986" cy="300098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49EFD3-A806-4D59-99F1-AA9AFAE4E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303" y="4343400"/>
            <a:ext cx="422708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F28D1-82F9-40FE-935C-85ECF7660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670E93-2F53-48FC-AB6C-E99E22D17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91B3FD-9E51-3055-1BE7-6A71A9D5BC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7BA19-295B-F137-0CB5-283620B8FB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85132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ANALYSIS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AE465A-41D0-FA2D-BE4F-DA8C13DFB7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2959" y="1845734"/>
          <a:ext cx="7543801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IN" u="sng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CATEGORY PERFORMANCE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D63B02-9A4C-CA58-F160-94D5D9BA93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6452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4C16-47AD-C106-3F02-D3710092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AND SALES TARGET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24A893-0BCF-F52D-039F-3E7EECAC2B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060137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0644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shows strong and stable sales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are close to achieving the target.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High-performing products and categories drive revenue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enables data-driven business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938BB0-41E5-0289-09E7-F9A073FB4832}"/>
              </a:ext>
            </a:extLst>
          </p:cNvPr>
          <p:cNvSpPr txBox="1"/>
          <p:nvPr/>
        </p:nvSpPr>
        <p:spPr>
          <a:xfrm>
            <a:off x="176414" y="597149"/>
            <a:ext cx="7543800" cy="32865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THANKYOU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30" y="4953000"/>
            <a:ext cx="9141714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0" y="4906176"/>
            <a:ext cx="9141714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1023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224</Words>
  <Application>Microsoft Office PowerPoint</Application>
  <PresentationFormat>On-screen Show (4:3)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Retrospect</vt:lpstr>
      <vt:lpstr>AMAZON SALES DASHBOARD</vt:lpstr>
      <vt:lpstr>PROJECT OVERVIEW</vt:lpstr>
      <vt:lpstr>Key Performance Indicators (KPIs)</vt:lpstr>
      <vt:lpstr>SALES TREND ANALYSIS</vt:lpstr>
      <vt:lpstr>PRODUCT &amp; CATEGORY PERFORMANCE</vt:lpstr>
      <vt:lpstr>QUANTITY AND SALES TARGET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Rifa C</cp:lastModifiedBy>
  <cp:revision>2</cp:revision>
  <dcterms:created xsi:type="dcterms:W3CDTF">2013-01-27T09:14:16Z</dcterms:created>
  <dcterms:modified xsi:type="dcterms:W3CDTF">2026-03-02T11:06:18Z</dcterms:modified>
  <cp:category/>
</cp:coreProperties>
</file>